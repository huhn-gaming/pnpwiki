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75ACA-6A3B-ABA5-96A5-C7A744838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DF439-3704-1CB2-C3F4-9D7AAFADF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F4645-77E8-1F16-F773-20FB59DE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B8E48-07B5-6BE1-FCA8-90956E07B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3F16-9633-560F-57F3-F0D9ED69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372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7AE1-4624-B0A6-89C7-E6F8D3975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A4C5E-47F5-88F7-2E24-23D5446F3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5997A-E12F-9834-AD73-3E7A6AFF3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48CCA-5EDE-5E87-6183-95D0B7F2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EA92E-9D29-46B1-C70F-D18E3793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343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F34B-05DB-E6B3-F38B-59436DE1B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B948D-C222-0B03-3513-C1CFCB604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14007-6B5A-3FC0-BF6B-6CE12DBB0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2E2C1-23E8-B37C-9E2A-97B380D6D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765F3-0D87-68A3-B485-089FBDDE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12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AA1F-6C48-8265-581C-2EE9E1FD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E8DE4-F395-5412-E7D1-976894D9A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A8E36-353F-D977-0F50-B8BCAE307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837AD-6C7E-4B89-EDA6-54DC86F9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0A31B-F92B-89C1-9876-3271F1C7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A1848-B9F1-58DC-38A0-F89218CB4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95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F4A3-E820-6934-33B2-B136E960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8278E-7735-E446-DF32-0AAA03F0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09E1A-BC08-C330-5530-9D5F23A1C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28D19-CCDB-1010-965C-AD2E0DE93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D2C4A-EE1C-9A87-97E4-7E030C110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3790D-3826-8119-999E-3DD22ADB2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43059-0495-844F-FB4C-FBDE7CBE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DB032-8F23-F3A3-06DC-90FAD304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1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44E9-B8E0-780C-DA0A-BBF78644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9F433D-B86B-A433-CD2C-FC05A687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0CCDC4-7209-7405-8F44-BDFA6448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25037-097D-64F0-8682-D0903475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65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F200AB-3095-718C-2B15-AD1FEAC03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616EBC-5F9C-65B0-FE2F-1D88A0B4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1A4AB-870F-BE09-A78C-6C66364A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7008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9252-8828-FC36-2639-BB9971EF2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E8523-FD0E-6151-B6FB-4CF0F8685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D6AF7-A9B0-E3FD-9A29-592FDEAB1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01E9F-4BD8-423F-0969-BA0FDA78E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3C40A-8438-2C14-8BE1-9EC0CD6A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F8A07-575D-53B0-4718-098D75BE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541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1F03-D343-040E-66B2-FB5A5A6B3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34E10-B79C-8DA4-48FF-4FA9A0BCE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2DCBE-693C-26EA-182A-4C0B45732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1BA1F-927B-FB49-7C06-2097DF32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57164-9216-7B9C-F77B-30C6DED32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5105F-AB02-236C-CDA0-8BE51671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549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B6F1-C6B4-D2F0-0DE9-871EA84A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1B729-4276-72A4-7946-12F0290A8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243F1-86E1-F28B-6C79-BDEB0ADA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A506C-3495-82FC-B5E8-4C9644FE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9776C-7A96-3B8F-9078-F072DCD1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13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BFF0C7-7589-6D49-720A-08ADDA05A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85AA3-E71E-2D6C-8AD7-C71F67CB1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F94A2-9C48-9DD1-BE46-074198A41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4542A-6A6D-1E6C-BABE-9E131E51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0FB41-D856-0684-1CE7-10CBA5C5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55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92C8B-EF41-76D9-4362-BCC1F9A8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10127-6CFC-7DFE-6F9A-E99E5981E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32E13-9963-14B0-4F0C-7AB38328B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0444A-656E-48E0-94BE-F9BABC572600}" type="datetimeFigureOut">
              <a:rPr lang="de-DE" smtClean="0"/>
              <a:t>02.11.2023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EDD44-C18C-9C90-A078-DA0F2EB2E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9DB4C-8815-DCB6-DE83-1AF1EFC9A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B690-C5D4-4E5D-9DAA-95D2B847DFE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824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92BAD1-C6A7-5215-5C3E-D025F9756A67}"/>
              </a:ext>
            </a:extLst>
          </p:cNvPr>
          <p:cNvSpPr/>
          <p:nvPr/>
        </p:nvSpPr>
        <p:spPr>
          <a:xfrm>
            <a:off x="168675" y="159800"/>
            <a:ext cx="4643021" cy="4305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84846D-7E65-5154-7543-7EAE57526770}"/>
              </a:ext>
            </a:extLst>
          </p:cNvPr>
          <p:cNvSpPr/>
          <p:nvPr/>
        </p:nvSpPr>
        <p:spPr>
          <a:xfrm>
            <a:off x="1779969" y="157126"/>
            <a:ext cx="989855" cy="11656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492655-49CF-ADE1-3BD7-FA04AE50CBFF}"/>
              </a:ext>
            </a:extLst>
          </p:cNvPr>
          <p:cNvCxnSpPr>
            <a:cxnSpLocks/>
          </p:cNvCxnSpPr>
          <p:nvPr/>
        </p:nvCxnSpPr>
        <p:spPr>
          <a:xfrm flipV="1">
            <a:off x="2272683" y="585927"/>
            <a:ext cx="0" cy="7368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BFECCFE-0683-BA41-D12E-1C1D9268704F}"/>
              </a:ext>
            </a:extLst>
          </p:cNvPr>
          <p:cNvCxnSpPr/>
          <p:nvPr/>
        </p:nvCxnSpPr>
        <p:spPr>
          <a:xfrm>
            <a:off x="1777755" y="1199343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2407A42-A191-3ACC-C68D-E40CCE25C574}"/>
              </a:ext>
            </a:extLst>
          </p:cNvPr>
          <p:cNvCxnSpPr/>
          <p:nvPr/>
        </p:nvCxnSpPr>
        <p:spPr>
          <a:xfrm>
            <a:off x="1777755" y="1067658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FC3D55-D37C-E9A1-351E-C1F536E71AF6}"/>
              </a:ext>
            </a:extLst>
          </p:cNvPr>
          <p:cNvCxnSpPr/>
          <p:nvPr/>
        </p:nvCxnSpPr>
        <p:spPr>
          <a:xfrm>
            <a:off x="1777755" y="935972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6E48D97-7EFB-CD92-7E9F-F827DC18C53E}"/>
              </a:ext>
            </a:extLst>
          </p:cNvPr>
          <p:cNvCxnSpPr/>
          <p:nvPr/>
        </p:nvCxnSpPr>
        <p:spPr>
          <a:xfrm>
            <a:off x="1777755" y="820562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39D5ACF-C568-9D23-CF36-FDA3730B24D1}"/>
              </a:ext>
            </a:extLst>
          </p:cNvPr>
          <p:cNvCxnSpPr/>
          <p:nvPr/>
        </p:nvCxnSpPr>
        <p:spPr>
          <a:xfrm>
            <a:off x="1777755" y="691839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8A47884-EE1B-1FDD-17D1-40C7E37C5BE7}"/>
              </a:ext>
            </a:extLst>
          </p:cNvPr>
          <p:cNvCxnSpPr/>
          <p:nvPr/>
        </p:nvCxnSpPr>
        <p:spPr>
          <a:xfrm>
            <a:off x="1777755" y="585927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9BF2221-4BB3-EB6D-6AD6-AB99E23697BA}"/>
              </a:ext>
            </a:extLst>
          </p:cNvPr>
          <p:cNvSpPr txBox="1"/>
          <p:nvPr/>
        </p:nvSpPr>
        <p:spPr>
          <a:xfrm>
            <a:off x="1865437" y="173348"/>
            <a:ext cx="99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Treppe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153BA-C97D-94D5-E112-D092A3B2EC07}"/>
              </a:ext>
            </a:extLst>
          </p:cNvPr>
          <p:cNvSpPr/>
          <p:nvPr/>
        </p:nvSpPr>
        <p:spPr>
          <a:xfrm>
            <a:off x="4811696" y="585927"/>
            <a:ext cx="186432" cy="4817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A6642-BCA2-B894-215C-F3AA49BE36B7}"/>
              </a:ext>
            </a:extLst>
          </p:cNvPr>
          <p:cNvSpPr txBox="1"/>
          <p:nvPr/>
        </p:nvSpPr>
        <p:spPr>
          <a:xfrm>
            <a:off x="4998128" y="691839"/>
            <a:ext cx="6569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/>
              <a:t>Ausstieg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A5295B-DEF6-599F-E9E7-736B8E6D5B03}"/>
              </a:ext>
            </a:extLst>
          </p:cNvPr>
          <p:cNvSpPr/>
          <p:nvPr/>
        </p:nvSpPr>
        <p:spPr>
          <a:xfrm>
            <a:off x="168675" y="157126"/>
            <a:ext cx="1609080" cy="4305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8F59F5-A960-D839-1883-351BAB619032}"/>
              </a:ext>
            </a:extLst>
          </p:cNvPr>
          <p:cNvSpPr/>
          <p:nvPr/>
        </p:nvSpPr>
        <p:spPr>
          <a:xfrm>
            <a:off x="1777755" y="2645547"/>
            <a:ext cx="1506983" cy="18172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DC921F-EE0E-B0B3-6AB9-09454E0DC142}"/>
              </a:ext>
            </a:extLst>
          </p:cNvPr>
          <p:cNvSpPr/>
          <p:nvPr/>
        </p:nvSpPr>
        <p:spPr>
          <a:xfrm>
            <a:off x="3284738" y="1908700"/>
            <a:ext cx="1526958" cy="25540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1B38F-A241-4265-EC6C-4CD366F633E5}"/>
              </a:ext>
            </a:extLst>
          </p:cNvPr>
          <p:cNvSpPr/>
          <p:nvPr/>
        </p:nvSpPr>
        <p:spPr>
          <a:xfrm>
            <a:off x="2767610" y="157125"/>
            <a:ext cx="2041872" cy="1748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3AC765-2C9A-085E-16D8-C91D18120637}"/>
              </a:ext>
            </a:extLst>
          </p:cNvPr>
          <p:cNvSpPr txBox="1"/>
          <p:nvPr/>
        </p:nvSpPr>
        <p:spPr>
          <a:xfrm>
            <a:off x="1993043" y="3369505"/>
            <a:ext cx="129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Heizraum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5263E9-1DB1-2C9E-FCB8-E58C796CB57A}"/>
              </a:ext>
            </a:extLst>
          </p:cNvPr>
          <p:cNvSpPr txBox="1"/>
          <p:nvPr/>
        </p:nvSpPr>
        <p:spPr>
          <a:xfrm>
            <a:off x="2899666" y="845428"/>
            <a:ext cx="1703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Gerümpelraum</a:t>
            </a:r>
            <a:br>
              <a:rPr lang="de-DE" dirty="0"/>
            </a:br>
            <a:r>
              <a:rPr lang="de-DE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1F2A05-174C-4A8E-C28F-16D1ACEE2B4D}"/>
              </a:ext>
            </a:extLst>
          </p:cNvPr>
          <p:cNvSpPr txBox="1"/>
          <p:nvPr/>
        </p:nvSpPr>
        <p:spPr>
          <a:xfrm>
            <a:off x="3506669" y="2890993"/>
            <a:ext cx="121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Weinkeller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7988BB-1401-BF34-44B9-49810F6CAA3A}"/>
              </a:ext>
            </a:extLst>
          </p:cNvPr>
          <p:cNvSpPr txBox="1"/>
          <p:nvPr/>
        </p:nvSpPr>
        <p:spPr>
          <a:xfrm>
            <a:off x="121512" y="1952621"/>
            <a:ext cx="1703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Gerümpelraum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730096-FEE4-65ED-3E35-BF225B6B8020}"/>
              </a:ext>
            </a:extLst>
          </p:cNvPr>
          <p:cNvSpPr txBox="1"/>
          <p:nvPr/>
        </p:nvSpPr>
        <p:spPr>
          <a:xfrm>
            <a:off x="7492753" y="325800"/>
            <a:ext cx="44565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Weinkeller: Leer und staubig, nur eineige Weinflaschen neuere Weinflaschen werden helagert.</a:t>
            </a:r>
          </a:p>
          <a:p>
            <a:endParaRPr lang="de-DE" dirty="0"/>
          </a:p>
          <a:p>
            <a:r>
              <a:rPr lang="de-DE" dirty="0"/>
              <a:t>Heizraum: Heizung, welche druch Kohle angefeuert wird und über Schächte das Haus wärmt. </a:t>
            </a:r>
          </a:p>
          <a:p>
            <a:endParaRPr lang="de-DE" dirty="0"/>
          </a:p>
          <a:p>
            <a:r>
              <a:rPr lang="de-DE" dirty="0"/>
              <a:t>Gerümperlraum 1: Ausstieg in den Garten</a:t>
            </a:r>
            <a:br>
              <a:rPr lang="de-DE" dirty="0"/>
            </a:br>
            <a:r>
              <a:rPr lang="de-DE" dirty="0"/>
              <a:t>Voll mit alten Möbeln, Kleidung der letzen Jahrzehnte etc.</a:t>
            </a:r>
          </a:p>
          <a:p>
            <a:endParaRPr lang="de-DE" dirty="0"/>
          </a:p>
          <a:p>
            <a:r>
              <a:rPr lang="de-DE" dirty="0"/>
              <a:t>Gerümpelraum 2: Gefüllt mit sehr alten und halb verbrannten Möbeln, Kleidung etc. Aus dem 18 Jhdt.</a:t>
            </a:r>
          </a:p>
        </p:txBody>
      </p:sp>
    </p:spTree>
    <p:extLst>
      <p:ext uri="{BB962C8B-B14F-4D97-AF65-F5344CB8AC3E}">
        <p14:creationId xmlns:p14="http://schemas.microsoft.com/office/powerpoint/2010/main" val="382687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F394B21C-DAEA-0FD1-6A35-061D8091DBF5}"/>
              </a:ext>
            </a:extLst>
          </p:cNvPr>
          <p:cNvSpPr/>
          <p:nvPr/>
        </p:nvSpPr>
        <p:spPr>
          <a:xfrm>
            <a:off x="1842114" y="3812961"/>
            <a:ext cx="1420429" cy="14648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2BAD1-C6A7-5215-5C3E-D025F9756A67}"/>
              </a:ext>
            </a:extLst>
          </p:cNvPr>
          <p:cNvSpPr/>
          <p:nvPr/>
        </p:nvSpPr>
        <p:spPr>
          <a:xfrm>
            <a:off x="230819" y="239698"/>
            <a:ext cx="4643021" cy="4305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F80F00-EC44-AC28-6087-03668F42725B}"/>
              </a:ext>
            </a:extLst>
          </p:cNvPr>
          <p:cNvCxnSpPr>
            <a:cxnSpLocks/>
          </p:cNvCxnSpPr>
          <p:nvPr/>
        </p:nvCxnSpPr>
        <p:spPr>
          <a:xfrm>
            <a:off x="4873838" y="750165"/>
            <a:ext cx="13760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AE9B35-52B6-1656-8531-C86D4027C2FD}"/>
              </a:ext>
            </a:extLst>
          </p:cNvPr>
          <p:cNvCxnSpPr/>
          <p:nvPr/>
        </p:nvCxnSpPr>
        <p:spPr>
          <a:xfrm flipV="1">
            <a:off x="7389495" y="1567197"/>
            <a:ext cx="0" cy="6569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Arc 14">
            <a:extLst>
              <a:ext uri="{FF2B5EF4-FFF2-40B4-BE49-F238E27FC236}">
                <a16:creationId xmlns:a16="http://schemas.microsoft.com/office/drawing/2014/main" id="{7AD500F8-033E-D3B5-F4EC-CE4CF63DC670}"/>
              </a:ext>
            </a:extLst>
          </p:cNvPr>
          <p:cNvSpPr/>
          <p:nvPr/>
        </p:nvSpPr>
        <p:spPr>
          <a:xfrm>
            <a:off x="5116812" y="757703"/>
            <a:ext cx="2272684" cy="1642368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B05586-5BCA-799E-9613-EC64B58051CC}"/>
              </a:ext>
            </a:extLst>
          </p:cNvPr>
          <p:cNvSpPr txBox="1"/>
          <p:nvPr/>
        </p:nvSpPr>
        <p:spPr>
          <a:xfrm>
            <a:off x="6083476" y="1350263"/>
            <a:ext cx="832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Garten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8D3700-76A2-9AEC-D3CA-601C7376A2E3}"/>
              </a:ext>
            </a:extLst>
          </p:cNvPr>
          <p:cNvCxnSpPr/>
          <p:nvPr/>
        </p:nvCxnSpPr>
        <p:spPr>
          <a:xfrm flipV="1">
            <a:off x="1842114" y="2938508"/>
            <a:ext cx="0" cy="1606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54428B-244C-E167-00DF-A48DADE316C2}"/>
              </a:ext>
            </a:extLst>
          </p:cNvPr>
          <p:cNvCxnSpPr/>
          <p:nvPr/>
        </p:nvCxnSpPr>
        <p:spPr>
          <a:xfrm flipV="1">
            <a:off x="3262543" y="2938508"/>
            <a:ext cx="0" cy="1606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80DA17F-D96D-B7F3-2994-28F31D964D43}"/>
              </a:ext>
            </a:extLst>
          </p:cNvPr>
          <p:cNvSpPr/>
          <p:nvPr/>
        </p:nvSpPr>
        <p:spPr>
          <a:xfrm>
            <a:off x="2831978" y="237024"/>
            <a:ext cx="2041860" cy="27014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A0A9E2-3310-212A-FA15-39554BE6E933}"/>
              </a:ext>
            </a:extLst>
          </p:cNvPr>
          <p:cNvSpPr txBox="1"/>
          <p:nvPr/>
        </p:nvSpPr>
        <p:spPr>
          <a:xfrm>
            <a:off x="3509149" y="1350263"/>
            <a:ext cx="130434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Salon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A73EB8-DF34-9C8B-ADC7-CB32B4BF460C}"/>
              </a:ext>
            </a:extLst>
          </p:cNvPr>
          <p:cNvSpPr txBox="1"/>
          <p:nvPr/>
        </p:nvSpPr>
        <p:spPr>
          <a:xfrm>
            <a:off x="3664202" y="3557271"/>
            <a:ext cx="83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Küche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A04FA1-6B87-7A94-D9EA-349FA7395E60}"/>
              </a:ext>
            </a:extLst>
          </p:cNvPr>
          <p:cNvSpPr/>
          <p:nvPr/>
        </p:nvSpPr>
        <p:spPr>
          <a:xfrm>
            <a:off x="230818" y="237024"/>
            <a:ext cx="1611295" cy="27014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93D8800D-F0E5-B2F5-8459-A0AE2ED92A4A}"/>
              </a:ext>
            </a:extLst>
          </p:cNvPr>
          <p:cNvSpPr/>
          <p:nvPr/>
        </p:nvSpPr>
        <p:spPr>
          <a:xfrm rot="10800000">
            <a:off x="2831976" y="2481308"/>
            <a:ext cx="830055" cy="914400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84846D-7E65-5154-7543-7EAE57526770}"/>
              </a:ext>
            </a:extLst>
          </p:cNvPr>
          <p:cNvSpPr/>
          <p:nvPr/>
        </p:nvSpPr>
        <p:spPr>
          <a:xfrm>
            <a:off x="1842113" y="237024"/>
            <a:ext cx="989855" cy="11656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492655-49CF-ADE1-3BD7-FA04AE50CBFF}"/>
              </a:ext>
            </a:extLst>
          </p:cNvPr>
          <p:cNvCxnSpPr>
            <a:cxnSpLocks/>
          </p:cNvCxnSpPr>
          <p:nvPr/>
        </p:nvCxnSpPr>
        <p:spPr>
          <a:xfrm flipV="1">
            <a:off x="2334827" y="665825"/>
            <a:ext cx="0" cy="7368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BFECCFE-0683-BA41-D12E-1C1D9268704F}"/>
              </a:ext>
            </a:extLst>
          </p:cNvPr>
          <p:cNvCxnSpPr/>
          <p:nvPr/>
        </p:nvCxnSpPr>
        <p:spPr>
          <a:xfrm>
            <a:off x="1839899" y="1279241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2407A42-A191-3ACC-C68D-E40CCE25C574}"/>
              </a:ext>
            </a:extLst>
          </p:cNvPr>
          <p:cNvCxnSpPr/>
          <p:nvPr/>
        </p:nvCxnSpPr>
        <p:spPr>
          <a:xfrm>
            <a:off x="1839899" y="1147556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FC3D55-D37C-E9A1-351E-C1F536E71AF6}"/>
              </a:ext>
            </a:extLst>
          </p:cNvPr>
          <p:cNvCxnSpPr/>
          <p:nvPr/>
        </p:nvCxnSpPr>
        <p:spPr>
          <a:xfrm>
            <a:off x="1839899" y="1015870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6E48D97-7EFB-CD92-7E9F-F827DC18C53E}"/>
              </a:ext>
            </a:extLst>
          </p:cNvPr>
          <p:cNvCxnSpPr/>
          <p:nvPr/>
        </p:nvCxnSpPr>
        <p:spPr>
          <a:xfrm>
            <a:off x="1839899" y="900460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39D5ACF-C568-9D23-CF36-FDA3730B24D1}"/>
              </a:ext>
            </a:extLst>
          </p:cNvPr>
          <p:cNvCxnSpPr/>
          <p:nvPr/>
        </p:nvCxnSpPr>
        <p:spPr>
          <a:xfrm>
            <a:off x="1839899" y="771737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8A47884-EE1B-1FDD-17D1-40C7E37C5BE7}"/>
              </a:ext>
            </a:extLst>
          </p:cNvPr>
          <p:cNvCxnSpPr/>
          <p:nvPr/>
        </p:nvCxnSpPr>
        <p:spPr>
          <a:xfrm>
            <a:off x="1839899" y="665825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9BF2221-4BB3-EB6D-6AD6-AB99E23697BA}"/>
              </a:ext>
            </a:extLst>
          </p:cNvPr>
          <p:cNvSpPr txBox="1"/>
          <p:nvPr/>
        </p:nvSpPr>
        <p:spPr>
          <a:xfrm>
            <a:off x="1927581" y="253246"/>
            <a:ext cx="99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Treppe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5557E7-CE0F-C692-326B-0C9FAB24C6F3}"/>
              </a:ext>
            </a:extLst>
          </p:cNvPr>
          <p:cNvSpPr txBox="1"/>
          <p:nvPr/>
        </p:nvSpPr>
        <p:spPr>
          <a:xfrm rot="2937406">
            <a:off x="2766743" y="3020172"/>
            <a:ext cx="5743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/>
              <a:t>Kamin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018F49-72D1-174A-EFAE-B18A7C18CCC7}"/>
              </a:ext>
            </a:extLst>
          </p:cNvPr>
          <p:cNvSpPr txBox="1"/>
          <p:nvPr/>
        </p:nvSpPr>
        <p:spPr>
          <a:xfrm>
            <a:off x="466075" y="3554715"/>
            <a:ext cx="165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Esszimmer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92DD59-5A77-5C2E-1791-8658400E30E9}"/>
              </a:ext>
            </a:extLst>
          </p:cNvPr>
          <p:cNvSpPr txBox="1"/>
          <p:nvPr/>
        </p:nvSpPr>
        <p:spPr>
          <a:xfrm>
            <a:off x="510165" y="1376958"/>
            <a:ext cx="120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Spielsaal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D3D0E53-3E16-5889-12EB-FEE506025599}"/>
              </a:ext>
            </a:extLst>
          </p:cNvPr>
          <p:cNvCxnSpPr>
            <a:cxnSpLocks/>
          </p:cNvCxnSpPr>
          <p:nvPr/>
        </p:nvCxnSpPr>
        <p:spPr>
          <a:xfrm rot="16200000" flipV="1">
            <a:off x="2536446" y="2022828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0EA7452-87BB-4548-ACC2-EA2D17EC0A9B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80529" y="3507599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CE4DE1-5C45-BBA0-96BB-6145729C1E66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80530" y="1571001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44079C4-CD22-A2CF-DCAD-D5D2F922F1CF}"/>
              </a:ext>
            </a:extLst>
          </p:cNvPr>
          <p:cNvCxnSpPr/>
          <p:nvPr/>
        </p:nvCxnSpPr>
        <p:spPr>
          <a:xfrm>
            <a:off x="1839899" y="2268562"/>
            <a:ext cx="210843" cy="3824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190285F-1DE3-FC4A-2889-2BAA9E015071}"/>
              </a:ext>
            </a:extLst>
          </p:cNvPr>
          <p:cNvCxnSpPr/>
          <p:nvPr/>
        </p:nvCxnSpPr>
        <p:spPr>
          <a:xfrm>
            <a:off x="1848540" y="3369750"/>
            <a:ext cx="210843" cy="3824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DBCF971-A9EF-85FF-7263-A648A58367E0}"/>
              </a:ext>
            </a:extLst>
          </p:cNvPr>
          <p:cNvCxnSpPr>
            <a:cxnSpLocks/>
          </p:cNvCxnSpPr>
          <p:nvPr/>
        </p:nvCxnSpPr>
        <p:spPr>
          <a:xfrm>
            <a:off x="2334826" y="4341180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6F8FEFE-ABF5-20BD-7A74-074EEC269D43}"/>
              </a:ext>
            </a:extLst>
          </p:cNvPr>
          <p:cNvCxnSpPr>
            <a:cxnSpLocks/>
          </p:cNvCxnSpPr>
          <p:nvPr/>
        </p:nvCxnSpPr>
        <p:spPr>
          <a:xfrm>
            <a:off x="3937483" y="2734320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3A6EF13-ECCC-BE17-F9FF-737C70FE703F}"/>
              </a:ext>
            </a:extLst>
          </p:cNvPr>
          <p:cNvCxnSpPr>
            <a:cxnSpLocks/>
          </p:cNvCxnSpPr>
          <p:nvPr/>
        </p:nvCxnSpPr>
        <p:spPr>
          <a:xfrm>
            <a:off x="910371" y="2720214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E9921CC-3A94-9B75-AB7E-C75BE3FF9415}"/>
              </a:ext>
            </a:extLst>
          </p:cNvPr>
          <p:cNvCxnSpPr>
            <a:cxnSpLocks/>
          </p:cNvCxnSpPr>
          <p:nvPr/>
        </p:nvCxnSpPr>
        <p:spPr>
          <a:xfrm>
            <a:off x="6811414" y="2033268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C2F7BFB-DB5F-0A2D-B952-7EE3B00C5DA9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82746" y="2433401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914831B-4381-0F5B-C71C-4D841D53220E}"/>
              </a:ext>
            </a:extLst>
          </p:cNvPr>
          <p:cNvSpPr txBox="1"/>
          <p:nvPr/>
        </p:nvSpPr>
        <p:spPr>
          <a:xfrm>
            <a:off x="230817" y="4689033"/>
            <a:ext cx="196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02D539-1351-8A08-3910-D6531144213F}"/>
              </a:ext>
            </a:extLst>
          </p:cNvPr>
          <p:cNvSpPr/>
          <p:nvPr/>
        </p:nvSpPr>
        <p:spPr>
          <a:xfrm>
            <a:off x="4882716" y="2224143"/>
            <a:ext cx="2506779" cy="19086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9CDE5D-EBFA-F510-A05C-912949C88A5B}"/>
              </a:ext>
            </a:extLst>
          </p:cNvPr>
          <p:cNvSpPr txBox="1"/>
          <p:nvPr/>
        </p:nvSpPr>
        <p:spPr>
          <a:xfrm>
            <a:off x="5032899" y="3032724"/>
            <a:ext cx="243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Garage und Scheune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ECDDF5-DA50-826A-5444-D8509A3AC7B3}"/>
              </a:ext>
            </a:extLst>
          </p:cNvPr>
          <p:cNvSpPr txBox="1"/>
          <p:nvPr/>
        </p:nvSpPr>
        <p:spPr>
          <a:xfrm>
            <a:off x="7492753" y="325800"/>
            <a:ext cx="445659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Spielsaal: Billiardtisch, Schach, Musikinstrumente</a:t>
            </a:r>
          </a:p>
          <a:p>
            <a:endParaRPr lang="de-DE" dirty="0"/>
          </a:p>
          <a:p>
            <a:r>
              <a:rPr lang="de-DE" dirty="0"/>
              <a:t>Esszimmer: Ein großer Tisch reich gedeckt mit altem Beszeck und Porzellan</a:t>
            </a:r>
          </a:p>
          <a:p>
            <a:endParaRPr lang="de-DE" dirty="0"/>
          </a:p>
          <a:p>
            <a:r>
              <a:rPr lang="de-DE" dirty="0"/>
              <a:t>Salon: Sofas und Rauchersesell, Bücher über spezfische Menschen in der Nähe aus dem 18 Jhdt. Fast wie im Rathaus</a:t>
            </a:r>
            <a:br>
              <a:rPr lang="de-DE" dirty="0"/>
            </a:br>
            <a:r>
              <a:rPr lang="de-DE" dirty="0"/>
              <a:t>Brandspuren an der Decke sind schwer zu erkennen</a:t>
            </a:r>
          </a:p>
          <a:p>
            <a:endParaRPr lang="de-DE" dirty="0"/>
          </a:p>
          <a:p>
            <a:r>
              <a:rPr lang="de-DE" dirty="0"/>
              <a:t>Küche: Gut ausgerüstete Küche</a:t>
            </a:r>
          </a:p>
          <a:p>
            <a:endParaRPr lang="de-DE" dirty="0"/>
          </a:p>
          <a:p>
            <a:r>
              <a:rPr lang="de-DE" dirty="0"/>
              <a:t>Garten: Lilien und Crysanthemen</a:t>
            </a:r>
          </a:p>
          <a:p>
            <a:endParaRPr lang="de-DE" dirty="0"/>
          </a:p>
          <a:p>
            <a:r>
              <a:rPr lang="de-DE" dirty="0"/>
              <a:t>Garage und Scheune: Kutsche vom Bahnhof mit (Pferde werden gemietet)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487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F394B21C-DAEA-0FD1-6A35-061D8091DBF5}"/>
              </a:ext>
            </a:extLst>
          </p:cNvPr>
          <p:cNvSpPr/>
          <p:nvPr/>
        </p:nvSpPr>
        <p:spPr>
          <a:xfrm>
            <a:off x="1771093" y="3706430"/>
            <a:ext cx="1420429" cy="146481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2BAD1-C6A7-5215-5C3E-D025F9756A67}"/>
              </a:ext>
            </a:extLst>
          </p:cNvPr>
          <p:cNvSpPr/>
          <p:nvPr/>
        </p:nvSpPr>
        <p:spPr>
          <a:xfrm>
            <a:off x="159798" y="133167"/>
            <a:ext cx="4643021" cy="4305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B8AAAA-B7C0-6C52-8DB0-2733679371B6}"/>
              </a:ext>
            </a:extLst>
          </p:cNvPr>
          <p:cNvSpPr/>
          <p:nvPr/>
        </p:nvSpPr>
        <p:spPr>
          <a:xfrm>
            <a:off x="4802817" y="2086252"/>
            <a:ext cx="2506779" cy="19086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9CDE5D-EBFA-F510-A05C-912949C88A5B}"/>
              </a:ext>
            </a:extLst>
          </p:cNvPr>
          <p:cNvSpPr txBox="1"/>
          <p:nvPr/>
        </p:nvSpPr>
        <p:spPr>
          <a:xfrm>
            <a:off x="5361281" y="2913641"/>
            <a:ext cx="243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Geheimdach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8D3700-76A2-9AEC-D3CA-601C7376A2E3}"/>
              </a:ext>
            </a:extLst>
          </p:cNvPr>
          <p:cNvCxnSpPr/>
          <p:nvPr/>
        </p:nvCxnSpPr>
        <p:spPr>
          <a:xfrm flipV="1">
            <a:off x="1771093" y="2831977"/>
            <a:ext cx="0" cy="1606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54428B-244C-E167-00DF-A48DADE316C2}"/>
              </a:ext>
            </a:extLst>
          </p:cNvPr>
          <p:cNvCxnSpPr/>
          <p:nvPr/>
        </p:nvCxnSpPr>
        <p:spPr>
          <a:xfrm flipV="1">
            <a:off x="3191522" y="2831977"/>
            <a:ext cx="0" cy="1606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80DA17F-D96D-B7F3-2994-28F31D964D43}"/>
              </a:ext>
            </a:extLst>
          </p:cNvPr>
          <p:cNvSpPr/>
          <p:nvPr/>
        </p:nvSpPr>
        <p:spPr>
          <a:xfrm>
            <a:off x="2760957" y="130493"/>
            <a:ext cx="2041860" cy="27014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A73EB8-DF34-9C8B-ADC7-CB32B4BF460C}"/>
              </a:ext>
            </a:extLst>
          </p:cNvPr>
          <p:cNvSpPr txBox="1"/>
          <p:nvPr/>
        </p:nvSpPr>
        <p:spPr>
          <a:xfrm>
            <a:off x="3298194" y="3383264"/>
            <a:ext cx="158421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Bediensteten-</a:t>
            </a:r>
            <a:br>
              <a:rPr lang="de-DE" dirty="0"/>
            </a:br>
            <a:r>
              <a:rPr lang="de-DE" dirty="0"/>
              <a:t>zimmer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A04FA1-6B87-7A94-D9EA-349FA7395E60}"/>
              </a:ext>
            </a:extLst>
          </p:cNvPr>
          <p:cNvSpPr/>
          <p:nvPr/>
        </p:nvSpPr>
        <p:spPr>
          <a:xfrm>
            <a:off x="159797" y="130493"/>
            <a:ext cx="1611295" cy="29678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93D8800D-F0E5-B2F5-8459-A0AE2ED92A4A}"/>
              </a:ext>
            </a:extLst>
          </p:cNvPr>
          <p:cNvSpPr/>
          <p:nvPr/>
        </p:nvSpPr>
        <p:spPr>
          <a:xfrm rot="10800000">
            <a:off x="2760955" y="2374777"/>
            <a:ext cx="830055" cy="914400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84846D-7E65-5154-7543-7EAE57526770}"/>
              </a:ext>
            </a:extLst>
          </p:cNvPr>
          <p:cNvSpPr/>
          <p:nvPr/>
        </p:nvSpPr>
        <p:spPr>
          <a:xfrm>
            <a:off x="1771092" y="130493"/>
            <a:ext cx="989855" cy="11656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492655-49CF-ADE1-3BD7-FA04AE50CBFF}"/>
              </a:ext>
            </a:extLst>
          </p:cNvPr>
          <p:cNvCxnSpPr>
            <a:cxnSpLocks/>
          </p:cNvCxnSpPr>
          <p:nvPr/>
        </p:nvCxnSpPr>
        <p:spPr>
          <a:xfrm flipV="1">
            <a:off x="2263806" y="559294"/>
            <a:ext cx="0" cy="7368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BFECCFE-0683-BA41-D12E-1C1D9268704F}"/>
              </a:ext>
            </a:extLst>
          </p:cNvPr>
          <p:cNvCxnSpPr/>
          <p:nvPr/>
        </p:nvCxnSpPr>
        <p:spPr>
          <a:xfrm>
            <a:off x="1768878" y="1172710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2407A42-A191-3ACC-C68D-E40CCE25C574}"/>
              </a:ext>
            </a:extLst>
          </p:cNvPr>
          <p:cNvCxnSpPr/>
          <p:nvPr/>
        </p:nvCxnSpPr>
        <p:spPr>
          <a:xfrm>
            <a:off x="1768878" y="1041025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FC3D55-D37C-E9A1-351E-C1F536E71AF6}"/>
              </a:ext>
            </a:extLst>
          </p:cNvPr>
          <p:cNvCxnSpPr/>
          <p:nvPr/>
        </p:nvCxnSpPr>
        <p:spPr>
          <a:xfrm>
            <a:off x="1768878" y="909339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6E48D97-7EFB-CD92-7E9F-F827DC18C53E}"/>
              </a:ext>
            </a:extLst>
          </p:cNvPr>
          <p:cNvCxnSpPr/>
          <p:nvPr/>
        </p:nvCxnSpPr>
        <p:spPr>
          <a:xfrm>
            <a:off x="1768878" y="793929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39D5ACF-C568-9D23-CF36-FDA3730B24D1}"/>
              </a:ext>
            </a:extLst>
          </p:cNvPr>
          <p:cNvCxnSpPr/>
          <p:nvPr/>
        </p:nvCxnSpPr>
        <p:spPr>
          <a:xfrm>
            <a:off x="1768878" y="665206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8A47884-EE1B-1FDD-17D1-40C7E37C5BE7}"/>
              </a:ext>
            </a:extLst>
          </p:cNvPr>
          <p:cNvCxnSpPr/>
          <p:nvPr/>
        </p:nvCxnSpPr>
        <p:spPr>
          <a:xfrm>
            <a:off x="1768878" y="559294"/>
            <a:ext cx="9898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9BF2221-4BB3-EB6D-6AD6-AB99E23697BA}"/>
              </a:ext>
            </a:extLst>
          </p:cNvPr>
          <p:cNvSpPr txBox="1"/>
          <p:nvPr/>
        </p:nvSpPr>
        <p:spPr>
          <a:xfrm>
            <a:off x="1856560" y="146715"/>
            <a:ext cx="99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Treppe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5557E7-CE0F-C692-326B-0C9FAB24C6F3}"/>
              </a:ext>
            </a:extLst>
          </p:cNvPr>
          <p:cNvSpPr txBox="1"/>
          <p:nvPr/>
        </p:nvSpPr>
        <p:spPr>
          <a:xfrm rot="2937406">
            <a:off x="2695722" y="2913641"/>
            <a:ext cx="5743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/>
              <a:t>Kamin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018F49-72D1-174A-EFAE-B18A7C18CCC7}"/>
              </a:ext>
            </a:extLst>
          </p:cNvPr>
          <p:cNvSpPr txBox="1"/>
          <p:nvPr/>
        </p:nvSpPr>
        <p:spPr>
          <a:xfrm>
            <a:off x="307358" y="3527151"/>
            <a:ext cx="165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Badzimmer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24EDB0-5207-3A69-E1D7-6448F333F128}"/>
              </a:ext>
            </a:extLst>
          </p:cNvPr>
          <p:cNvSpPr txBox="1"/>
          <p:nvPr/>
        </p:nvSpPr>
        <p:spPr>
          <a:xfrm>
            <a:off x="2081792" y="4582502"/>
            <a:ext cx="91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Balkon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9A7C1-1C78-9285-4190-2205DAF7C7AB}"/>
              </a:ext>
            </a:extLst>
          </p:cNvPr>
          <p:cNvSpPr txBox="1"/>
          <p:nvPr/>
        </p:nvSpPr>
        <p:spPr>
          <a:xfrm>
            <a:off x="3016341" y="1946945"/>
            <a:ext cx="153109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Schlafgemach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DC826-496B-07D9-E8EB-2C24ED02143E}"/>
              </a:ext>
            </a:extLst>
          </p:cNvPr>
          <p:cNvSpPr txBox="1"/>
          <p:nvPr/>
        </p:nvSpPr>
        <p:spPr>
          <a:xfrm>
            <a:off x="186741" y="685382"/>
            <a:ext cx="153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Schlafgemach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C7470-3E0F-57AF-863C-9441F3438F92}"/>
              </a:ext>
            </a:extLst>
          </p:cNvPr>
          <p:cNvSpPr txBox="1"/>
          <p:nvPr/>
        </p:nvSpPr>
        <p:spPr>
          <a:xfrm>
            <a:off x="3016341" y="703889"/>
            <a:ext cx="153109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Schlafgemach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1AE57-F8EB-BEF4-313A-523AC895CD8E}"/>
              </a:ext>
            </a:extLst>
          </p:cNvPr>
          <p:cNvSpPr txBox="1"/>
          <p:nvPr/>
        </p:nvSpPr>
        <p:spPr>
          <a:xfrm>
            <a:off x="215742" y="2161292"/>
            <a:ext cx="153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Schlafgemach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C00F90-6643-90AA-9747-2E9A0704C5D5}"/>
              </a:ext>
            </a:extLst>
          </p:cNvPr>
          <p:cNvCxnSpPr>
            <a:cxnSpLocks/>
          </p:cNvCxnSpPr>
          <p:nvPr/>
        </p:nvCxnSpPr>
        <p:spPr>
          <a:xfrm flipH="1">
            <a:off x="158165" y="1613064"/>
            <a:ext cx="16112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D1CC38-BBB8-CED9-B619-3490CE3D43F7}"/>
              </a:ext>
            </a:extLst>
          </p:cNvPr>
          <p:cNvCxnSpPr>
            <a:cxnSpLocks/>
            <a:stCxn id="21" idx="3"/>
          </p:cNvCxnSpPr>
          <p:nvPr/>
        </p:nvCxnSpPr>
        <p:spPr>
          <a:xfrm flipH="1" flipV="1">
            <a:off x="2758733" y="1481234"/>
            <a:ext cx="204408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328799B-C027-E55D-2A45-61419709C2F6}"/>
              </a:ext>
            </a:extLst>
          </p:cNvPr>
          <p:cNvCxnSpPr>
            <a:cxnSpLocks/>
          </p:cNvCxnSpPr>
          <p:nvPr/>
        </p:nvCxnSpPr>
        <p:spPr>
          <a:xfrm>
            <a:off x="2263805" y="4234649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E7504A8-D2AF-0FE7-8623-53BD6381C37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463213" y="279350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3A1D83-16DB-CC5F-41D2-5550718B69A9}"/>
              </a:ext>
            </a:extLst>
          </p:cNvPr>
          <p:cNvCxnSpPr>
            <a:cxnSpLocks/>
          </p:cNvCxnSpPr>
          <p:nvPr/>
        </p:nvCxnSpPr>
        <p:spPr>
          <a:xfrm rot="16200000" flipV="1">
            <a:off x="2463213" y="2293835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7813953-33EB-31C0-A62A-8FA36C1CFE21}"/>
              </a:ext>
            </a:extLst>
          </p:cNvPr>
          <p:cNvCxnSpPr/>
          <p:nvPr/>
        </p:nvCxnSpPr>
        <p:spPr>
          <a:xfrm>
            <a:off x="1768878" y="2204714"/>
            <a:ext cx="210843" cy="3824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D2936C2-0E33-1BC3-5CAE-981509A44FF9}"/>
              </a:ext>
            </a:extLst>
          </p:cNvPr>
          <p:cNvCxnSpPr>
            <a:cxnSpLocks/>
          </p:cNvCxnSpPr>
          <p:nvPr/>
        </p:nvCxnSpPr>
        <p:spPr>
          <a:xfrm>
            <a:off x="1764590" y="154852"/>
            <a:ext cx="210843" cy="3824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147A343-A0F9-59FC-20DC-7E43FAA5892F}"/>
              </a:ext>
            </a:extLst>
          </p:cNvPr>
          <p:cNvCxnSpPr/>
          <p:nvPr/>
        </p:nvCxnSpPr>
        <p:spPr>
          <a:xfrm>
            <a:off x="1771043" y="3498741"/>
            <a:ext cx="210843" cy="3824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1C40EB3-1E83-2239-1839-2B84CB6A141E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91609" y="3649563"/>
            <a:ext cx="382429" cy="204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4B25338-1DC0-AD3B-305E-D5DD0FE1C90A}"/>
              </a:ext>
            </a:extLst>
          </p:cNvPr>
          <p:cNvCxnSpPr/>
          <p:nvPr/>
        </p:nvCxnSpPr>
        <p:spPr>
          <a:xfrm>
            <a:off x="4611950" y="2486340"/>
            <a:ext cx="4085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8B2F2E8-32ED-0A36-2B94-24E720D7F6FD}"/>
              </a:ext>
            </a:extLst>
          </p:cNvPr>
          <p:cNvCxnSpPr/>
          <p:nvPr/>
        </p:nvCxnSpPr>
        <p:spPr>
          <a:xfrm>
            <a:off x="4651899" y="3340555"/>
            <a:ext cx="38174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43563F2-9605-114A-BD3D-B96194411D1A}"/>
              </a:ext>
            </a:extLst>
          </p:cNvPr>
          <p:cNvSpPr txBox="1"/>
          <p:nvPr/>
        </p:nvSpPr>
        <p:spPr>
          <a:xfrm>
            <a:off x="186741" y="4544748"/>
            <a:ext cx="196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2AFFF7-0738-CD06-CCF8-FED4A6E9BA07}"/>
              </a:ext>
            </a:extLst>
          </p:cNvPr>
          <p:cNvSpPr txBox="1"/>
          <p:nvPr/>
        </p:nvSpPr>
        <p:spPr>
          <a:xfrm>
            <a:off x="7492753" y="325800"/>
            <a:ext cx="445659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Schlafgemach 1: Doppelbett mit einfacher Ausstatung</a:t>
            </a:r>
          </a:p>
          <a:p>
            <a:endParaRPr lang="de-DE" dirty="0"/>
          </a:p>
          <a:p>
            <a:r>
              <a:rPr lang="de-DE" dirty="0"/>
              <a:t>Schlafgemach 2: Doppelbett mit einfacher Ausstatung</a:t>
            </a:r>
          </a:p>
          <a:p>
            <a:endParaRPr lang="de-DE" dirty="0"/>
          </a:p>
          <a:p>
            <a:r>
              <a:rPr lang="de-DE" dirty="0"/>
              <a:t>Schlafgemach 3: Einzelbett mit einfacher Ausstatung</a:t>
            </a:r>
            <a:br>
              <a:rPr lang="de-DE" dirty="0"/>
            </a:br>
            <a:r>
              <a:rPr lang="de-DE" dirty="0"/>
              <a:t>Brandspuren sind schwehr zu erkennen</a:t>
            </a:r>
          </a:p>
          <a:p>
            <a:endParaRPr lang="de-DE" dirty="0"/>
          </a:p>
          <a:p>
            <a:r>
              <a:rPr lang="de-DE" dirty="0"/>
              <a:t>Schlafgemach 4: Einzelbett mit einfacher Ausstatung</a:t>
            </a:r>
            <a:br>
              <a:rPr lang="de-DE" dirty="0"/>
            </a:br>
            <a:r>
              <a:rPr lang="de-DE" dirty="0"/>
              <a:t>Brandspuren sind leicht zu erkennen</a:t>
            </a:r>
          </a:p>
          <a:p>
            <a:endParaRPr lang="de-DE" dirty="0"/>
          </a:p>
          <a:p>
            <a:r>
              <a:rPr lang="de-DE" dirty="0"/>
              <a:t>Badezimmer: Bad mit Warmwasserzufuhr</a:t>
            </a:r>
          </a:p>
          <a:p>
            <a:endParaRPr lang="de-DE" dirty="0"/>
          </a:p>
          <a:p>
            <a:r>
              <a:rPr lang="de-DE" dirty="0"/>
              <a:t>Bedienstetenzimmer: Zimmer der Magd</a:t>
            </a:r>
            <a:br>
              <a:rPr lang="de-DE" dirty="0"/>
            </a:br>
            <a:r>
              <a:rPr lang="de-DE" dirty="0"/>
              <a:t>Brandspuren sind schwehr zu erkennen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57F5B0-6E5F-8FD6-E92D-08F119EF0B51}"/>
              </a:ext>
            </a:extLst>
          </p:cNvPr>
          <p:cNvSpPr txBox="1"/>
          <p:nvPr/>
        </p:nvSpPr>
        <p:spPr>
          <a:xfrm>
            <a:off x="3309129" y="4914080"/>
            <a:ext cx="41836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Geheimdach: Okkulte Bücher und Thesen über Identititätsstörungen, 100 Jahre alt</a:t>
            </a:r>
          </a:p>
          <a:p>
            <a:endParaRPr lang="de-DE" dirty="0"/>
          </a:p>
          <a:p>
            <a:r>
              <a:rPr lang="de-DE" dirty="0"/>
              <a:t>Balkon: Ein einfacher Tisch mit zwei Stühlen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128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 Dauner</dc:creator>
  <cp:lastModifiedBy>Julian Dauner</cp:lastModifiedBy>
  <cp:revision>10</cp:revision>
  <dcterms:created xsi:type="dcterms:W3CDTF">2023-10-27T15:48:04Z</dcterms:created>
  <dcterms:modified xsi:type="dcterms:W3CDTF">2023-11-02T21:42:13Z</dcterms:modified>
</cp:coreProperties>
</file>