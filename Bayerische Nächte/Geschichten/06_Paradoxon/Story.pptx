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9" r:id="rId2"/>
    <p:sldId id="257" r:id="rId3"/>
    <p:sldId id="265" r:id="rId4"/>
    <p:sldId id="258" r:id="rId5"/>
    <p:sldId id="267" r:id="rId6"/>
    <p:sldId id="259" r:id="rId7"/>
    <p:sldId id="266" r:id="rId8"/>
    <p:sldId id="256" r:id="rId9"/>
    <p:sldId id="268" r:id="rId10"/>
    <p:sldId id="260" r:id="rId11"/>
    <p:sldId id="261" r:id="rId12"/>
    <p:sldId id="262" r:id="rId13"/>
    <p:sldId id="263" r:id="rId14"/>
    <p:sldId id="264"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269" autoAdjust="0"/>
  </p:normalViewPr>
  <p:slideViewPr>
    <p:cSldViewPr snapToGrid="0">
      <p:cViewPr varScale="1">
        <p:scale>
          <a:sx n="85" d="100"/>
          <a:sy n="85" d="100"/>
        </p:scale>
        <p:origin x="155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F187A-8EC3-4795-AF0D-0F2D34853EA4}" type="datetimeFigureOut">
              <a:rPr lang="de-DE" smtClean="0"/>
              <a:t>23.11.2024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83C70A-D348-4D04-9A38-7473059EEF57}" type="slidenum">
              <a:rPr lang="de-DE" smtClean="0"/>
              <a:t>‹Nr.›</a:t>
            </a:fld>
            <a:endParaRPr lang="de-DE"/>
          </a:p>
        </p:txBody>
      </p:sp>
    </p:spTree>
    <p:extLst>
      <p:ext uri="{BB962C8B-B14F-4D97-AF65-F5344CB8AC3E}">
        <p14:creationId xmlns:p14="http://schemas.microsoft.com/office/powerpoint/2010/main" val="3067107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de.wikipedia.org/wiki/Heiliges_R%C3%B6misches_Reich" TargetMode="External"/><Relationship Id="rId3" Type="http://schemas.openxmlformats.org/officeDocument/2006/relationships/hyperlink" Target="https://de.wikipedia.org/wiki/Reiterstandbild_Maximilians_I." TargetMode="External"/><Relationship Id="rId7" Type="http://schemas.openxmlformats.org/officeDocument/2006/relationships/hyperlink" Target="https://de.wikipedia.org/wiki/Kurf%C3%BCrst"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de.wikipedia.org/wiki/Herzogtum_Bayern_(HRR)" TargetMode="External"/><Relationship Id="rId5" Type="http://schemas.openxmlformats.org/officeDocument/2006/relationships/hyperlink" Target="https://de.wikipedia.org/wiki/Herzog" TargetMode="External"/><Relationship Id="rId4" Type="http://schemas.openxmlformats.org/officeDocument/2006/relationships/hyperlink" Target="https://de.wikipedia.org/wiki/Maximilian_I._(Bayern)"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e.wikipedia.org/wiki/Theatinerkirche_(M%C3%BCnchen)"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e.wikipedia.org/wiki/Bayerische_Staatsbibliothek"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de.wikipedia.org/wiki/Georg_von_Laubmann"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e.wikipedia.org/wiki/Bayerische_Staatsbibliothek"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e.wikipedia.org/wiki/Bayerische_Staatsbibliothek"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1</a:t>
            </a:fld>
            <a:endParaRPr lang="de-DE"/>
          </a:p>
        </p:txBody>
      </p:sp>
    </p:spTree>
    <p:extLst>
      <p:ext uri="{BB962C8B-B14F-4D97-AF65-F5344CB8AC3E}">
        <p14:creationId xmlns:p14="http://schemas.microsoft.com/office/powerpoint/2010/main" val="2441875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Luitpoldblock auf der Brienner Straße, nach der Neueröffnung</a:t>
            </a:r>
          </a:p>
          <a:p>
            <a:endParaRPr lang="de-DE" dirty="0"/>
          </a:p>
          <a:p>
            <a:r>
              <a:rPr lang="de-DE" dirty="0"/>
              <a:t>Dort befindet sich auch das Café Luitpold, gegenüber des </a:t>
            </a:r>
            <a:r>
              <a:rPr lang="de-DE" dirty="0" err="1"/>
              <a:t>Wittselsbacherplatzes</a:t>
            </a:r>
            <a:br>
              <a:rPr lang="de-DE" dirty="0"/>
            </a:br>
            <a:br>
              <a:rPr lang="de-DE" dirty="0"/>
            </a:b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2</a:t>
            </a:fld>
            <a:endParaRPr lang="de-DE"/>
          </a:p>
        </p:txBody>
      </p:sp>
    </p:spTree>
    <p:extLst>
      <p:ext uri="{BB962C8B-B14F-4D97-AF65-F5344CB8AC3E}">
        <p14:creationId xmlns:p14="http://schemas.microsoft.com/office/powerpoint/2010/main" val="157357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3</a:t>
            </a:fld>
            <a:endParaRPr lang="de-DE"/>
          </a:p>
        </p:txBody>
      </p:sp>
    </p:spTree>
    <p:extLst>
      <p:ext uri="{BB962C8B-B14F-4D97-AF65-F5344CB8AC3E}">
        <p14:creationId xmlns:p14="http://schemas.microsoft.com/office/powerpoint/2010/main" val="182062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0" i="0" dirty="0">
                <a:effectLst/>
                <a:latin typeface="Linux Libertine"/>
              </a:rPr>
              <a:t>Wittelsbacherplatz westlich des </a:t>
            </a:r>
            <a:r>
              <a:rPr lang="de-DE" b="0" i="0" dirty="0" err="1">
                <a:effectLst/>
                <a:latin typeface="Linux Libertine"/>
              </a:rPr>
              <a:t>Odeonsplatzes</a:t>
            </a:r>
            <a:endParaRPr lang="de-DE" b="0" i="0" dirty="0">
              <a:effectLst/>
              <a:latin typeface="Linux Libertine"/>
            </a:endParaRPr>
          </a:p>
          <a:p>
            <a:endParaRPr lang="de-DE" dirty="0"/>
          </a:p>
          <a:p>
            <a:r>
              <a:rPr lang="de-DE" b="0" i="0" u="none" strike="noStrike" dirty="0">
                <a:solidFill>
                  <a:srgbClr val="0645AD"/>
                </a:solidFill>
                <a:effectLst/>
                <a:latin typeface="Arial" panose="020B0604020202020204" pitchFamily="34" charset="0"/>
                <a:hlinkClick r:id="rId3" tooltip="Reiterstandbild Maximilians I."/>
              </a:rPr>
              <a:t>Reiterstandbild</a:t>
            </a:r>
            <a:r>
              <a:rPr lang="de-DE" b="0" i="0" dirty="0">
                <a:solidFill>
                  <a:srgbClr val="202122"/>
                </a:solidFill>
                <a:effectLst/>
                <a:latin typeface="Arial" panose="020B0604020202020204" pitchFamily="34" charset="0"/>
              </a:rPr>
              <a:t> für,  Kurfürst </a:t>
            </a:r>
            <a:r>
              <a:rPr lang="de-DE" b="0" i="0" u="none" strike="noStrike" dirty="0">
                <a:solidFill>
                  <a:srgbClr val="0645AD"/>
                </a:solidFill>
                <a:effectLst/>
                <a:latin typeface="Arial" panose="020B0604020202020204" pitchFamily="34" charset="0"/>
                <a:hlinkClick r:id="rId4" tooltip="Maximilian I. (Bayern)"/>
              </a:rPr>
              <a:t>Maximilian I.</a:t>
            </a:r>
            <a:r>
              <a:rPr lang="de-DE" b="0" i="0" dirty="0">
                <a:solidFill>
                  <a:srgbClr val="202122"/>
                </a:solidFill>
                <a:effectLst/>
                <a:latin typeface="Arial" panose="020B0604020202020204" pitchFamily="34" charset="0"/>
              </a:rPr>
              <a:t> von Bayern, war ab 1597 </a:t>
            </a:r>
            <a:r>
              <a:rPr lang="de-DE" b="0" i="0" u="none" strike="noStrike" dirty="0">
                <a:solidFill>
                  <a:srgbClr val="0645AD"/>
                </a:solidFill>
                <a:effectLst/>
                <a:latin typeface="Arial" panose="020B0604020202020204" pitchFamily="34" charset="0"/>
                <a:hlinkClick r:id="rId5" tooltip="Herzog"/>
              </a:rPr>
              <a:t>Herzog</a:t>
            </a:r>
            <a:r>
              <a:rPr lang="de-DE" b="0" i="0" dirty="0">
                <a:solidFill>
                  <a:srgbClr val="202122"/>
                </a:solidFill>
                <a:effectLst/>
                <a:latin typeface="Arial" panose="020B0604020202020204" pitchFamily="34" charset="0"/>
              </a:rPr>
              <a:t> von </a:t>
            </a:r>
            <a:r>
              <a:rPr lang="de-DE" b="0" i="0" u="none" strike="noStrike" dirty="0">
                <a:solidFill>
                  <a:srgbClr val="0645AD"/>
                </a:solidFill>
                <a:effectLst/>
                <a:latin typeface="Arial" panose="020B0604020202020204" pitchFamily="34" charset="0"/>
                <a:hlinkClick r:id="rId6" tooltip="Herzogtum Bayern (HRR)"/>
              </a:rPr>
              <a:t>Bayern</a:t>
            </a:r>
            <a:r>
              <a:rPr lang="de-DE" b="0" i="0" dirty="0">
                <a:solidFill>
                  <a:srgbClr val="202122"/>
                </a:solidFill>
                <a:effectLst/>
                <a:latin typeface="Arial" panose="020B0604020202020204" pitchFamily="34" charset="0"/>
              </a:rPr>
              <a:t> und ab 1623 </a:t>
            </a:r>
            <a:r>
              <a:rPr lang="de-DE" b="0" i="0" u="none" strike="noStrike" dirty="0">
                <a:solidFill>
                  <a:srgbClr val="0645AD"/>
                </a:solidFill>
                <a:effectLst/>
                <a:latin typeface="Arial" panose="020B0604020202020204" pitchFamily="34" charset="0"/>
                <a:hlinkClick r:id="rId7" tooltip="Kurfürst"/>
              </a:rPr>
              <a:t>Kurfürst</a:t>
            </a:r>
            <a:r>
              <a:rPr lang="de-DE" b="0" i="0" dirty="0">
                <a:solidFill>
                  <a:srgbClr val="202122"/>
                </a:solidFill>
                <a:effectLst/>
                <a:latin typeface="Arial" panose="020B0604020202020204" pitchFamily="34" charset="0"/>
              </a:rPr>
              <a:t> des </a:t>
            </a:r>
            <a:r>
              <a:rPr lang="de-DE" b="0" i="0" u="none" strike="noStrike" dirty="0">
                <a:solidFill>
                  <a:srgbClr val="0645AD"/>
                </a:solidFill>
                <a:effectLst/>
                <a:latin typeface="Arial" panose="020B0604020202020204" pitchFamily="34" charset="0"/>
                <a:hlinkClick r:id="rId8" tooltip="Heiliges Römisches Reich"/>
              </a:rPr>
              <a:t>Heiligen Römischen Reiches</a:t>
            </a:r>
            <a:r>
              <a:rPr lang="de-DE" b="0" i="0" dirty="0">
                <a:solidFill>
                  <a:srgbClr val="202122"/>
                </a:solidFill>
                <a:effectLst/>
                <a:latin typeface="Arial" panose="020B0604020202020204" pitchFamily="34" charset="0"/>
              </a:rPr>
              <a:t>.</a:t>
            </a: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4</a:t>
            </a:fld>
            <a:endParaRPr lang="de-DE"/>
          </a:p>
        </p:txBody>
      </p:sp>
    </p:spTree>
    <p:extLst>
      <p:ext uri="{BB962C8B-B14F-4D97-AF65-F5344CB8AC3E}">
        <p14:creationId xmlns:p14="http://schemas.microsoft.com/office/powerpoint/2010/main" val="3099379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Odeonsplatz zwischen dem Wittelsbacher Platz und der Staatsbibliothek</a:t>
            </a:r>
          </a:p>
          <a:p>
            <a:endParaRPr lang="de-DE" dirty="0"/>
          </a:p>
          <a:p>
            <a:r>
              <a:rPr lang="de-DE" dirty="0"/>
              <a:t>Im Hintergrund die Feldherrnhalle, rechts das </a:t>
            </a:r>
            <a:r>
              <a:rPr lang="de-DE" b="0" i="0" dirty="0">
                <a:solidFill>
                  <a:srgbClr val="202122"/>
                </a:solidFill>
                <a:effectLst/>
                <a:latin typeface="Arial" panose="020B0604020202020204" pitchFamily="34" charset="0"/>
              </a:rPr>
              <a:t>Reiterstandbild für Ludwig I. und die </a:t>
            </a:r>
            <a:r>
              <a:rPr lang="de-DE" b="0" i="0" u="none" strike="noStrike" dirty="0">
                <a:solidFill>
                  <a:srgbClr val="0645AD"/>
                </a:solidFill>
                <a:effectLst/>
                <a:latin typeface="Arial" panose="020B0604020202020204" pitchFamily="34" charset="0"/>
                <a:hlinkClick r:id="rId3" tooltip="Theatinerkirche (München)"/>
              </a:rPr>
              <a:t>Theatinerkirche</a:t>
            </a: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6</a:t>
            </a:fld>
            <a:endParaRPr lang="de-DE"/>
          </a:p>
        </p:txBody>
      </p:sp>
    </p:spTree>
    <p:extLst>
      <p:ext uri="{BB962C8B-B14F-4D97-AF65-F5344CB8AC3E}">
        <p14:creationId xmlns:p14="http://schemas.microsoft.com/office/powerpoint/2010/main" val="108618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7</a:t>
            </a:fld>
            <a:endParaRPr lang="de-DE"/>
          </a:p>
        </p:txBody>
      </p:sp>
    </p:spTree>
    <p:extLst>
      <p:ext uri="{BB962C8B-B14F-4D97-AF65-F5344CB8AC3E}">
        <p14:creationId xmlns:p14="http://schemas.microsoft.com/office/powerpoint/2010/main" val="3258730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0" i="0" u="none" strike="noStrike" dirty="0">
                <a:solidFill>
                  <a:srgbClr val="0645AD"/>
                </a:solidFill>
                <a:effectLst/>
                <a:latin typeface="Arial" panose="020B0604020202020204" pitchFamily="34" charset="0"/>
                <a:hlinkClick r:id="rId3" tooltip="Bayerische Staatsbibliothek"/>
              </a:rPr>
              <a:t>Hof- und Staatsbibliothek</a:t>
            </a:r>
            <a:r>
              <a:rPr lang="de-DE" b="0" i="0" u="none" strike="noStrike" dirty="0">
                <a:solidFill>
                  <a:srgbClr val="0645AD"/>
                </a:solidFill>
                <a:effectLst/>
                <a:latin typeface="Arial" panose="020B0604020202020204" pitchFamily="34" charset="0"/>
              </a:rPr>
              <a:t> in der Ludwigstraße</a:t>
            </a:r>
            <a:br>
              <a:rPr lang="de-DE" b="0" i="0" dirty="0">
                <a:solidFill>
                  <a:srgbClr val="505050"/>
                </a:solidFill>
                <a:effectLst/>
                <a:latin typeface="Open Sans" panose="020B0606030504020204" pitchFamily="34" charset="0"/>
              </a:rPr>
            </a:br>
            <a:br>
              <a:rPr lang="de-DE" b="0" i="0" dirty="0">
                <a:solidFill>
                  <a:srgbClr val="505050"/>
                </a:solidFill>
                <a:effectLst/>
                <a:latin typeface="Open Sans" panose="020B0606030504020204" pitchFamily="34" charset="0"/>
              </a:rPr>
            </a:br>
            <a:r>
              <a:rPr lang="de-DE" b="0" i="0" dirty="0">
                <a:solidFill>
                  <a:srgbClr val="505050"/>
                </a:solidFill>
                <a:effectLst/>
                <a:latin typeface="Open Sans" panose="020B0606030504020204" pitchFamily="34" charset="0"/>
              </a:rPr>
              <a:t>Die Steinfiguren an der Freitreppe von links nach rechts: Thukydides, Homer, Aristoteles, Hippokrates</a:t>
            </a:r>
            <a:br>
              <a:rPr lang="de-DE" b="0" i="0" dirty="0">
                <a:solidFill>
                  <a:srgbClr val="505050"/>
                </a:solidFill>
                <a:effectLst/>
                <a:latin typeface="Open Sans" panose="020B0606030504020204" pitchFamily="34" charset="0"/>
              </a:rPr>
            </a:br>
            <a:br>
              <a:rPr lang="de-DE" b="0" i="0" dirty="0">
                <a:solidFill>
                  <a:srgbClr val="505050"/>
                </a:solidFill>
                <a:effectLst/>
                <a:latin typeface="Open Sans" panose="020B0606030504020204" pitchFamily="34" charset="0"/>
              </a:rPr>
            </a:br>
            <a:r>
              <a:rPr lang="de-DE" b="0" i="0" dirty="0">
                <a:solidFill>
                  <a:srgbClr val="505050"/>
                </a:solidFill>
                <a:effectLst/>
                <a:latin typeface="Open Sans" panose="020B0606030504020204" pitchFamily="34" charset="0"/>
              </a:rPr>
              <a:t>Direktor </a:t>
            </a:r>
            <a:r>
              <a:rPr lang="de-DE" b="0" i="0" dirty="0">
                <a:solidFill>
                  <a:srgbClr val="202122"/>
                </a:solidFill>
                <a:effectLst/>
                <a:latin typeface="Arial" panose="020B0604020202020204" pitchFamily="34" charset="0"/>
              </a:rPr>
              <a:t>1882–1909 </a:t>
            </a:r>
            <a:r>
              <a:rPr lang="de-DE" b="0" i="0" u="none" strike="noStrike" dirty="0">
                <a:solidFill>
                  <a:srgbClr val="0645AD"/>
                </a:solidFill>
                <a:effectLst/>
                <a:latin typeface="Arial" panose="020B0604020202020204" pitchFamily="34" charset="0"/>
                <a:hlinkClick r:id="rId4" tooltip="Georg von Laubmann"/>
              </a:rPr>
              <a:t>Georg von </a:t>
            </a:r>
            <a:r>
              <a:rPr lang="de-DE" b="0" i="0" u="none" strike="noStrike" dirty="0" err="1">
                <a:solidFill>
                  <a:srgbClr val="0645AD"/>
                </a:solidFill>
                <a:effectLst/>
                <a:latin typeface="Arial" panose="020B0604020202020204" pitchFamily="34" charset="0"/>
                <a:hlinkClick r:id="rId4" tooltip="Georg von Laubmann"/>
              </a:rPr>
              <a:t>Laubmann</a:t>
            </a:r>
            <a:endParaRPr lang="de-DE" b="0" i="0" dirty="0">
              <a:solidFill>
                <a:srgbClr val="202122"/>
              </a:solidFill>
              <a:effectLst/>
              <a:latin typeface="Arial" panose="020B0604020202020204" pitchFamily="34" charset="0"/>
            </a:endParaRPr>
          </a:p>
          <a:p>
            <a:endParaRPr lang="de-DE" dirty="0"/>
          </a:p>
          <a:p>
            <a:r>
              <a:rPr lang="de-DE" dirty="0"/>
              <a:t>Man schreitet nach der Pforte durch das große Treppenhaus zur Rezeption. Links großer Lesesaal, rechts Abteilung Geschichte und Jura.</a:t>
            </a:r>
          </a:p>
        </p:txBody>
      </p:sp>
      <p:sp>
        <p:nvSpPr>
          <p:cNvPr id="4" name="Foliennummernplatzhalter 3"/>
          <p:cNvSpPr>
            <a:spLocks noGrp="1"/>
          </p:cNvSpPr>
          <p:nvPr>
            <p:ph type="sldNum" sz="quarter" idx="5"/>
          </p:nvPr>
        </p:nvSpPr>
        <p:spPr/>
        <p:txBody>
          <a:bodyPr/>
          <a:lstStyle/>
          <a:p>
            <a:fld id="{4E83C70A-D348-4D04-9A38-7473059EEF57}" type="slidenum">
              <a:rPr lang="de-DE" smtClean="0"/>
              <a:t>8</a:t>
            </a:fld>
            <a:endParaRPr lang="de-DE"/>
          </a:p>
        </p:txBody>
      </p:sp>
    </p:spTree>
    <p:extLst>
      <p:ext uri="{BB962C8B-B14F-4D97-AF65-F5344CB8AC3E}">
        <p14:creationId xmlns:p14="http://schemas.microsoft.com/office/powerpoint/2010/main" val="25462249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Paar Ratzinger: Jörg (57) und Clara (45) aus Grünwald. Gutmütig und vorsichtig, von der </a:t>
            </a:r>
            <a:r>
              <a:rPr lang="de-DE"/>
              <a:t>Moderne überholt.</a:t>
            </a:r>
            <a:endParaRPr lang="de-DE" dirty="0"/>
          </a:p>
          <a:p>
            <a:r>
              <a:rPr lang="de-DE" dirty="0"/>
              <a:t>Da sie direkt neben Maximilian und seiner Uhr sitzen sind auch sie von der Zeitreise eher nicht beeinflusst. Sie wundern sich auch über die Geschehnisse und können mit eingreifen/helfen</a:t>
            </a:r>
          </a:p>
        </p:txBody>
      </p:sp>
      <p:sp>
        <p:nvSpPr>
          <p:cNvPr id="4" name="Foliennummernplatzhalter 3"/>
          <p:cNvSpPr>
            <a:spLocks noGrp="1"/>
          </p:cNvSpPr>
          <p:nvPr>
            <p:ph type="sldNum" sz="quarter" idx="5"/>
          </p:nvPr>
        </p:nvSpPr>
        <p:spPr/>
        <p:txBody>
          <a:bodyPr/>
          <a:lstStyle/>
          <a:p>
            <a:fld id="{4E83C70A-D348-4D04-9A38-7473059EEF57}" type="slidenum">
              <a:rPr lang="de-DE" smtClean="0"/>
              <a:t>10</a:t>
            </a:fld>
            <a:endParaRPr lang="de-DE"/>
          </a:p>
        </p:txBody>
      </p:sp>
    </p:spTree>
    <p:extLst>
      <p:ext uri="{BB962C8B-B14F-4D97-AF65-F5344CB8AC3E}">
        <p14:creationId xmlns:p14="http://schemas.microsoft.com/office/powerpoint/2010/main" val="1812885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Janette Landgraf (27), Bibliothekarin in der </a:t>
            </a:r>
            <a:r>
              <a:rPr lang="de-DE" b="0" i="0" u="none" strike="noStrike" dirty="0">
                <a:solidFill>
                  <a:srgbClr val="0645AD"/>
                </a:solidFill>
                <a:effectLst/>
                <a:latin typeface="Arial" panose="020B0604020202020204" pitchFamily="34" charset="0"/>
                <a:hlinkClick r:id="rId3" tooltip="Bayerische Staatsbibliothek"/>
              </a:rPr>
              <a:t>Hof- und Staatsbibliothek</a:t>
            </a:r>
            <a:r>
              <a:rPr lang="de-DE" b="0" i="0" u="none" strike="noStrike" dirty="0">
                <a:solidFill>
                  <a:srgbClr val="0645AD"/>
                </a:solidFill>
                <a:effectLst/>
                <a:latin typeface="Arial" panose="020B0604020202020204" pitchFamily="34" charset="0"/>
              </a:rPr>
              <a:t>. Extrovertiert und gesprächig, bei wissenschaftlichen Dingen ruhig und sehr genau.</a:t>
            </a:r>
            <a:br>
              <a:rPr lang="de-DE" b="0" i="0" u="none" strike="noStrike" dirty="0">
                <a:solidFill>
                  <a:srgbClr val="0645AD"/>
                </a:solidFill>
                <a:effectLst/>
                <a:latin typeface="Arial" panose="020B0604020202020204" pitchFamily="34" charset="0"/>
              </a:rPr>
            </a:br>
            <a:r>
              <a:rPr lang="de-DE" b="0" i="0" u="none" strike="noStrike" dirty="0">
                <a:solidFill>
                  <a:srgbClr val="0645AD"/>
                </a:solidFill>
                <a:effectLst/>
                <a:latin typeface="Arial" panose="020B0604020202020204" pitchFamily="34" charset="0"/>
              </a:rPr>
              <a:t>Zuständig für kulturelle Schriften und Sagen, spezialisiert auf Osteuropa. Hat ein Buch gefunden „Monstrum, </a:t>
            </a:r>
            <a:r>
              <a:rPr lang="de-DE" b="0" i="0" u="none" strike="noStrike" dirty="0" err="1">
                <a:solidFill>
                  <a:srgbClr val="0645AD"/>
                </a:solidFill>
                <a:effectLst/>
                <a:latin typeface="Arial" panose="020B0604020202020204" pitchFamily="34" charset="0"/>
              </a:rPr>
              <a:t>rituál</a:t>
            </a:r>
            <a:r>
              <a:rPr lang="de-DE" b="0" i="0" u="none" strike="noStrike" dirty="0">
                <a:solidFill>
                  <a:srgbClr val="0645AD"/>
                </a:solidFill>
                <a:effectLst/>
                <a:latin typeface="Arial" panose="020B0604020202020204" pitchFamily="34" charset="0"/>
              </a:rPr>
              <a:t> “, eine semi-alte Schrift über Rituale in der Tschechoslowakei. Hier findet man eine Erklärung über Runenschrift zur Bändigung von bösen Wesen und wie man sich deren Kräfte zu Nutzen machen kann.</a:t>
            </a: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11</a:t>
            </a:fld>
            <a:endParaRPr lang="de-DE"/>
          </a:p>
        </p:txBody>
      </p:sp>
    </p:spTree>
    <p:extLst>
      <p:ext uri="{BB962C8B-B14F-4D97-AF65-F5344CB8AC3E}">
        <p14:creationId xmlns:p14="http://schemas.microsoft.com/office/powerpoint/2010/main" val="555162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Hans Landgraf (33, geboren 15.06.1903 in Köln), schwuler Feinmechaniker aus Bonn. Zurückhaltend, aber wütend um seine selbstgegebene Aufgabe.</a:t>
            </a:r>
            <a:br>
              <a:rPr lang="de-DE" dirty="0"/>
            </a:br>
            <a:r>
              <a:rPr lang="de-DE" dirty="0"/>
              <a:t>Er wird von der </a:t>
            </a:r>
            <a:r>
              <a:rPr lang="de-DE" sz="1800" dirty="0" err="1">
                <a:effectLst/>
                <a:latin typeface="Calibri" panose="020F0502020204030204" pitchFamily="34" charset="0"/>
                <a:ea typeface="游明朝" panose="02020400000000000000" pitchFamily="18" charset="-128"/>
                <a:cs typeface="Times New Roman" panose="02020603050405020304" pitchFamily="18" charset="0"/>
              </a:rPr>
              <a:t>PoGeVa</a:t>
            </a:r>
            <a:r>
              <a:rPr lang="de-DE" sz="1800" dirty="0">
                <a:effectLst/>
                <a:latin typeface="Calibri" panose="020F0502020204030204" pitchFamily="34" charset="0"/>
                <a:ea typeface="游明朝" panose="02020400000000000000" pitchFamily="18" charset="-128"/>
                <a:cs typeface="Times New Roman" panose="02020603050405020304" pitchFamily="18" charset="0"/>
              </a:rPr>
              <a:t> (Polizei für Geheimnisverwahrung)</a:t>
            </a:r>
            <a:r>
              <a:rPr lang="de-DE" dirty="0"/>
              <a:t> für seine Sexualität verfolgt, ist aber ihn Wahrheit dabei mit Hilfe der Zeitreiseuhr seine Großeltern mütterlicherseits zu töten, da diese die Uhr erschaffen werden.</a:t>
            </a:r>
            <a:br>
              <a:rPr lang="de-DE" dirty="0"/>
            </a:br>
            <a:br>
              <a:rPr lang="de-DE" dirty="0"/>
            </a:br>
            <a:r>
              <a:rPr lang="de-DE" dirty="0"/>
              <a:t>Ihm wurde ein Tattoo rund um den Arm gestochen: </a:t>
            </a:r>
            <a:r>
              <a:rPr lang="de-DE" sz="1200" dirty="0">
                <a:effectLst/>
                <a:latin typeface="Calibri" panose="020F0502020204030204" pitchFamily="34" charset="0"/>
                <a:ea typeface="游明朝" panose="02020400000000000000" pitchFamily="18" charset="-128"/>
                <a:cs typeface="Times New Roman" panose="02020603050405020304" pitchFamily="18" charset="0"/>
              </a:rPr>
              <a:t>Es ist ein Symbol für rituelle Magie und ist umfasst von japanischen Schriftzeichen: </a:t>
            </a:r>
            <a:r>
              <a:rPr lang="ja-JP" altLang="de-DE" sz="1200" dirty="0">
                <a:effectLst/>
                <a:latin typeface="Calibri" panose="020F0502020204030204" pitchFamily="34" charset="0"/>
                <a:ea typeface="游明朝" panose="02020400000000000000" pitchFamily="18" charset="-128"/>
                <a:cs typeface="Times New Roman" panose="02020603050405020304" pitchFamily="18" charset="0"/>
              </a:rPr>
              <a:t>イザナミと イザナギがお供しますように。 </a:t>
            </a:r>
            <a:r>
              <a:rPr lang="de-DE" altLang="ja-JP" sz="1200" dirty="0">
                <a:effectLst/>
                <a:latin typeface="Calibri" panose="020F0502020204030204" pitchFamily="34" charset="0"/>
                <a:ea typeface="游明朝" panose="02020400000000000000" pitchFamily="18" charset="-128"/>
                <a:cs typeface="Times New Roman" panose="02020603050405020304" pitchFamily="18" charset="0"/>
              </a:rPr>
              <a:t>(Mögen </a:t>
            </a:r>
            <a:r>
              <a:rPr lang="de-DE" altLang="ja-JP" sz="1200" dirty="0" err="1">
                <a:effectLst/>
                <a:latin typeface="Calibri" panose="020F0502020204030204" pitchFamily="34" charset="0"/>
                <a:ea typeface="游明朝" panose="02020400000000000000" pitchFamily="18" charset="-128"/>
                <a:cs typeface="Times New Roman" panose="02020603050405020304" pitchFamily="18" charset="0"/>
              </a:rPr>
              <a:t>Izanami</a:t>
            </a:r>
            <a:r>
              <a:rPr lang="de-DE" altLang="ja-JP" sz="1200" dirty="0">
                <a:effectLst/>
                <a:latin typeface="Calibri" panose="020F0502020204030204" pitchFamily="34" charset="0"/>
                <a:ea typeface="游明朝" panose="02020400000000000000" pitchFamily="18" charset="-128"/>
                <a:cs typeface="Times New Roman" panose="02020603050405020304" pitchFamily="18" charset="0"/>
              </a:rPr>
              <a:t> und </a:t>
            </a:r>
            <a:r>
              <a:rPr lang="de-DE" altLang="ja-JP" sz="1200" dirty="0" err="1">
                <a:effectLst/>
                <a:latin typeface="Calibri" panose="020F0502020204030204" pitchFamily="34" charset="0"/>
                <a:ea typeface="游明朝" panose="02020400000000000000" pitchFamily="18" charset="-128"/>
                <a:cs typeface="Times New Roman" panose="02020603050405020304" pitchFamily="18" charset="0"/>
              </a:rPr>
              <a:t>Izanagi</a:t>
            </a:r>
            <a:r>
              <a:rPr lang="de-DE" altLang="ja-JP" sz="1200" dirty="0">
                <a:effectLst/>
                <a:latin typeface="Calibri" panose="020F0502020204030204" pitchFamily="34" charset="0"/>
                <a:ea typeface="游明朝" panose="02020400000000000000" pitchFamily="18" charset="-128"/>
                <a:cs typeface="Times New Roman" panose="02020603050405020304" pitchFamily="18" charset="0"/>
              </a:rPr>
              <a:t> dich begleiten.) Die ursprünglichen Götter in der japanischen Mythologie und Erschaffer des Landes der Toten. Er war also schon einmal in der Hölle und ihm kann egal sein wie viele Stunden er dort verbringen wird.</a:t>
            </a:r>
          </a:p>
          <a:p>
            <a:br>
              <a:rPr lang="de-DE" sz="1200" dirty="0">
                <a:effectLst/>
                <a:latin typeface="Calibri" panose="020F0502020204030204" pitchFamily="34" charset="0"/>
                <a:ea typeface="游明朝" panose="02020400000000000000" pitchFamily="18" charset="-128"/>
                <a:cs typeface="Times New Roman" panose="02020603050405020304" pitchFamily="18" charset="0"/>
              </a:rPr>
            </a:br>
            <a:r>
              <a:rPr lang="de-DE" sz="1200" dirty="0">
                <a:effectLst/>
                <a:latin typeface="Calibri" panose="020F0502020204030204" pitchFamily="34" charset="0"/>
                <a:ea typeface="游明朝" panose="02020400000000000000" pitchFamily="18" charset="-128"/>
                <a:cs typeface="Times New Roman" panose="02020603050405020304" pitchFamily="18" charset="0"/>
              </a:rPr>
              <a:t>Waffe: Eine kleine Liliput, nur tödlich aus nächster Nähe </a:t>
            </a:r>
            <a:br>
              <a:rPr lang="de-DE" sz="1200" dirty="0">
                <a:effectLst/>
                <a:latin typeface="Calibri" panose="020F0502020204030204" pitchFamily="34" charset="0"/>
                <a:ea typeface="游明朝" panose="02020400000000000000" pitchFamily="18" charset="-128"/>
                <a:cs typeface="Times New Roman" panose="02020603050405020304" pitchFamily="18" charset="0"/>
              </a:rPr>
            </a:br>
            <a:r>
              <a:rPr lang="de-DE" sz="1200" dirty="0">
                <a:effectLst/>
                <a:latin typeface="Calibri" panose="020F0502020204030204" pitchFamily="34" charset="0"/>
                <a:ea typeface="游明朝" panose="02020400000000000000" pitchFamily="18" charset="-128"/>
                <a:cs typeface="Times New Roman" panose="02020603050405020304" pitchFamily="18" charset="0"/>
              </a:rPr>
              <a:t>https://de.wikipedia.org/wiki/Liliput_(Pistole)</a:t>
            </a: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12</a:t>
            </a:fld>
            <a:endParaRPr lang="de-DE"/>
          </a:p>
        </p:txBody>
      </p:sp>
    </p:spTree>
    <p:extLst>
      <p:ext uri="{BB962C8B-B14F-4D97-AF65-F5344CB8AC3E}">
        <p14:creationId xmlns:p14="http://schemas.microsoft.com/office/powerpoint/2010/main" val="3930514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800" dirty="0">
                <a:effectLst/>
                <a:latin typeface="Calibri" panose="020F0502020204030204" pitchFamily="34" charset="0"/>
                <a:ea typeface="游明朝" panose="02020400000000000000" pitchFamily="18" charset="-128"/>
                <a:cs typeface="Times New Roman" panose="02020603050405020304" pitchFamily="18" charset="0"/>
              </a:rPr>
              <a:t>Die Zeit in die man reisen will muss händisch mit dem Zeiger gedreht werden, eine Umdrehung pro 12 Stunden. </a:t>
            </a:r>
            <a:br>
              <a:rPr lang="de-DE" sz="1800" dirty="0">
                <a:effectLst/>
                <a:latin typeface="Calibri" panose="020F0502020204030204" pitchFamily="34" charset="0"/>
                <a:ea typeface="游明朝" panose="02020400000000000000" pitchFamily="18" charset="-128"/>
                <a:cs typeface="Times New Roman" panose="02020603050405020304" pitchFamily="18" charset="0"/>
              </a:rPr>
            </a:br>
            <a:r>
              <a:rPr lang="de-DE" sz="1800" dirty="0">
                <a:effectLst/>
                <a:latin typeface="Calibri" panose="020F0502020204030204" pitchFamily="34" charset="0"/>
                <a:ea typeface="游明朝" panose="02020400000000000000" pitchFamily="18" charset="-128"/>
                <a:cs typeface="Times New Roman" panose="02020603050405020304" pitchFamily="18" charset="0"/>
              </a:rPr>
              <a:t>-Will man Reisen drückt man nach dem Aufziehen den Knopf an der Oberseite fest ein. Danach wird man an dem Ort an dem man sich befindet entsprechend der gedrehte Zeit vor oder zurück transportiert.</a:t>
            </a:r>
            <a:br>
              <a:rPr lang="de-DE" sz="1800" dirty="0">
                <a:effectLst/>
                <a:latin typeface="Calibri" panose="020F0502020204030204" pitchFamily="34" charset="0"/>
                <a:ea typeface="游明朝" panose="02020400000000000000" pitchFamily="18" charset="-128"/>
                <a:cs typeface="Times New Roman" panose="02020603050405020304" pitchFamily="18" charset="0"/>
              </a:rPr>
            </a:br>
            <a:r>
              <a:rPr lang="de-DE" sz="1800" dirty="0">
                <a:effectLst/>
                <a:latin typeface="Calibri" panose="020F0502020204030204" pitchFamily="34" charset="0"/>
                <a:ea typeface="游明朝" panose="02020400000000000000" pitchFamily="18" charset="-128"/>
                <a:cs typeface="Times New Roman" panose="02020603050405020304" pitchFamily="18" charset="0"/>
              </a:rPr>
              <a:t>-Will man wieder zurück drückt man den Knopf wieder fest ein und landet am Ursprungsort und -Zeit.</a:t>
            </a:r>
            <a:br>
              <a:rPr lang="de-DE" sz="1800" dirty="0">
                <a:effectLst/>
                <a:latin typeface="Calibri" panose="020F0502020204030204" pitchFamily="34" charset="0"/>
                <a:ea typeface="游明朝" panose="02020400000000000000" pitchFamily="18" charset="-128"/>
                <a:cs typeface="Times New Roman" panose="02020603050405020304" pitchFamily="18" charset="0"/>
              </a:rPr>
            </a:br>
            <a:r>
              <a:rPr lang="de-DE" sz="1800" dirty="0">
                <a:effectLst/>
                <a:latin typeface="Calibri" panose="020F0502020204030204" pitchFamily="34" charset="0"/>
                <a:ea typeface="游明朝" panose="02020400000000000000" pitchFamily="18" charset="-128"/>
                <a:cs typeface="Times New Roman" panose="02020603050405020304" pitchFamily="18" charset="0"/>
              </a:rPr>
              <a:t>-Das Zurückdrehen der Uhr verdammt den Nutzer zur gleichen Zeit der Folter in der Hölle. Und wer einmal in der Hölle war kann nicht in den Himmel kommen, sondern ist für immer verdammt im nichts zu wandern. Oder weiter in der Hölle zu schmoren.</a:t>
            </a:r>
            <a:br>
              <a:rPr lang="de-DE" sz="1800" dirty="0">
                <a:effectLst/>
                <a:latin typeface="Calibri" panose="020F0502020204030204" pitchFamily="34" charset="0"/>
                <a:ea typeface="游明朝" panose="02020400000000000000" pitchFamily="18" charset="-128"/>
                <a:cs typeface="Times New Roman" panose="02020603050405020304" pitchFamily="18" charset="0"/>
              </a:rPr>
            </a:br>
            <a:r>
              <a:rPr lang="de-DE" sz="1800" dirty="0">
                <a:effectLst/>
                <a:latin typeface="Calibri" panose="020F0502020204030204" pitchFamily="34" charset="0"/>
                <a:ea typeface="游明朝" panose="02020400000000000000" pitchFamily="18" charset="-128"/>
                <a:cs typeface="Times New Roman" panose="02020603050405020304" pitchFamily="18" charset="0"/>
              </a:rPr>
              <a:t>-Die Japaner haben einen Weg gefunden die Höhle in den Geist von Menschen darzustellen. Dies erzeugt absolute Qualen und macht diese Menschen zu gehorsamen Drohnen, den perfekten Arbeiter. Die Achsenmächte und Sowjets benutzen dies um alle unliebsamen Menschen zu versklaven. Sie nennen es </a:t>
            </a:r>
            <a:r>
              <a:rPr lang="de-DE" sz="2800" b="0" i="0" dirty="0" err="1">
                <a:solidFill>
                  <a:srgbClr val="FFFFFF"/>
                </a:solidFill>
                <a:effectLst/>
                <a:latin typeface="Google Sans"/>
              </a:rPr>
              <a:t>Yomi-no-kuni</a:t>
            </a:r>
            <a:r>
              <a:rPr lang="de-DE" sz="2800" b="0" i="0" dirty="0">
                <a:solidFill>
                  <a:srgbClr val="FFFFFF"/>
                </a:solidFill>
                <a:effectLst/>
                <a:latin typeface="Google Sans"/>
              </a:rPr>
              <a:t>, das Land der Toden oder die Welt der Dunkelheit.</a:t>
            </a:r>
            <a:br>
              <a:rPr lang="de-DE" sz="1800" dirty="0">
                <a:effectLst/>
                <a:latin typeface="Calibri" panose="020F0502020204030204" pitchFamily="34" charset="0"/>
                <a:ea typeface="游明朝" panose="02020400000000000000" pitchFamily="18" charset="-128"/>
                <a:cs typeface="Times New Roman" panose="02020603050405020304" pitchFamily="18" charset="0"/>
              </a:rPr>
            </a:br>
            <a:r>
              <a:rPr lang="de-DE" sz="1800" dirty="0">
                <a:effectLst/>
                <a:latin typeface="Calibri" panose="020F0502020204030204" pitchFamily="34" charset="0"/>
                <a:ea typeface="游明朝" panose="02020400000000000000" pitchFamily="18" charset="-128"/>
                <a:cs typeface="Times New Roman" panose="02020603050405020304" pitchFamily="18" charset="0"/>
              </a:rPr>
              <a:t>-Darum ist auf der Uhr eine dämonische Rune eingearbeitet, diese ist der Schlüssel zu einem Pakt mit einem Teufel. Das ist der große Unterschied zu der jetzigen Uhr. Diese dämonische Rune ist in dem Buch beschrieben, welches Janette in der Bibliothek entdeckt hat. </a:t>
            </a:r>
            <a:endParaRPr lang="de-DE" dirty="0"/>
          </a:p>
        </p:txBody>
      </p:sp>
      <p:sp>
        <p:nvSpPr>
          <p:cNvPr id="4" name="Foliennummernplatzhalter 3"/>
          <p:cNvSpPr>
            <a:spLocks noGrp="1"/>
          </p:cNvSpPr>
          <p:nvPr>
            <p:ph type="sldNum" sz="quarter" idx="5"/>
          </p:nvPr>
        </p:nvSpPr>
        <p:spPr/>
        <p:txBody>
          <a:bodyPr/>
          <a:lstStyle/>
          <a:p>
            <a:fld id="{4E83C70A-D348-4D04-9A38-7473059EEF57}" type="slidenum">
              <a:rPr lang="de-DE" smtClean="0"/>
              <a:t>13</a:t>
            </a:fld>
            <a:endParaRPr lang="de-DE"/>
          </a:p>
        </p:txBody>
      </p:sp>
    </p:spTree>
    <p:extLst>
      <p:ext uri="{BB962C8B-B14F-4D97-AF65-F5344CB8AC3E}">
        <p14:creationId xmlns:p14="http://schemas.microsoft.com/office/powerpoint/2010/main" val="325023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69662-0012-0214-7C6A-766374C03A9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0CF65F8-7328-A4A0-C12B-78D4FAB0081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6D66D3-17AC-F6FF-4AAD-4A24F9A89111}"/>
              </a:ext>
            </a:extLst>
          </p:cNvPr>
          <p:cNvSpPr>
            <a:spLocks noGrp="1"/>
          </p:cNvSpPr>
          <p:nvPr>
            <p:ph type="body" idx="1"/>
          </p:nvPr>
        </p:nvSpPr>
        <p:spPr/>
        <p:txBody>
          <a:bodyPr/>
          <a:lstStyle/>
          <a:p>
            <a:r>
              <a:rPr lang="de-DE" sz="1800" dirty="0">
                <a:effectLst/>
                <a:latin typeface="Calibri" panose="020F0502020204030204" pitchFamily="34" charset="0"/>
                <a:ea typeface="游明朝" panose="02020400000000000000" pitchFamily="18" charset="-128"/>
                <a:cs typeface="Times New Roman" panose="02020603050405020304" pitchFamily="18" charset="0"/>
              </a:rPr>
              <a:t>Bärbel Lutz (86) aus Haidhausen. Strenge Chefin der </a:t>
            </a:r>
            <a:r>
              <a:rPr lang="de-DE" b="0" i="0" u="none" strike="noStrike" dirty="0">
                <a:solidFill>
                  <a:srgbClr val="0645AD"/>
                </a:solidFill>
                <a:effectLst/>
                <a:latin typeface="Arial" panose="020B0604020202020204" pitchFamily="34" charset="0"/>
                <a:hlinkClick r:id="rId3" tooltip="Bayerische Staatsbibliothek"/>
              </a:rPr>
              <a:t>Hof- und Staatsbibliothek</a:t>
            </a:r>
            <a:r>
              <a:rPr lang="de-DE" b="0" i="0" u="none" strike="noStrike" dirty="0">
                <a:solidFill>
                  <a:srgbClr val="0645AD"/>
                </a:solidFill>
                <a:effectLst/>
                <a:latin typeface="Arial" panose="020B0604020202020204" pitchFamily="34" charset="0"/>
              </a:rPr>
              <a:t>, arbeitswütig und immer noch schnell unterwegs.</a:t>
            </a:r>
            <a:endParaRPr lang="de-DE" dirty="0"/>
          </a:p>
        </p:txBody>
      </p:sp>
      <p:sp>
        <p:nvSpPr>
          <p:cNvPr id="4" name="Foliennummernplatzhalter 3">
            <a:extLst>
              <a:ext uri="{FF2B5EF4-FFF2-40B4-BE49-F238E27FC236}">
                <a16:creationId xmlns:a16="http://schemas.microsoft.com/office/drawing/2014/main" id="{768A5727-EFA0-DF23-8023-48AC5682A498}"/>
              </a:ext>
            </a:extLst>
          </p:cNvPr>
          <p:cNvSpPr>
            <a:spLocks noGrp="1"/>
          </p:cNvSpPr>
          <p:nvPr>
            <p:ph type="sldNum" sz="quarter" idx="5"/>
          </p:nvPr>
        </p:nvSpPr>
        <p:spPr/>
        <p:txBody>
          <a:bodyPr/>
          <a:lstStyle/>
          <a:p>
            <a:fld id="{4E83C70A-D348-4D04-9A38-7473059EEF57}" type="slidenum">
              <a:rPr lang="de-DE" smtClean="0"/>
              <a:t>14</a:t>
            </a:fld>
            <a:endParaRPr lang="de-DE"/>
          </a:p>
        </p:txBody>
      </p:sp>
    </p:spTree>
    <p:extLst>
      <p:ext uri="{BB962C8B-B14F-4D97-AF65-F5344CB8AC3E}">
        <p14:creationId xmlns:p14="http://schemas.microsoft.com/office/powerpoint/2010/main" val="3841827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58FF45-16C4-821F-485A-F4D7791AEBA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19C170A2-77DB-6D6A-8917-14FD80B992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18782003-124A-1FC2-7A51-5E92450F08D6}"/>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8A088A17-5A45-7D39-1F63-48203E2F9B8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6EB724C-962D-3E09-BC07-2F02A5A55F04}"/>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3173546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4007F1-77A3-9CAC-9F37-F3674E4FB25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D076D5E-1D96-E34E-FAB2-2A7E0D91B4F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EC9CD75-F3A8-495B-86C8-BCA2ADF75C98}"/>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535876D2-C69A-1704-627F-2FB3F0B5F3F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A7BF09A-E0E8-9901-4EDD-3F162DC603F3}"/>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193939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E8099E-DAE0-59E9-6F24-46063343C09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40A2C71-BFDB-861F-48B6-92B4DDE4C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B8C9C81-9572-B3B8-39D6-BC97F1D50F49}"/>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6A2ECF8D-F747-8338-D496-87D9D00BC23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230AD97-3420-D0E8-34A3-9D23870703E3}"/>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1283552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53E932-14A8-118B-F249-948B91C1B70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744FBBF-253E-C8F4-FCC2-500BF59718C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4C3FE118-9761-4C4B-3E10-BD750379C2A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1C23555-E574-B8F6-22A1-06AB79BD682C}"/>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6" name="Fußzeilenplatzhalter 5">
            <a:extLst>
              <a:ext uri="{FF2B5EF4-FFF2-40B4-BE49-F238E27FC236}">
                <a16:creationId xmlns:a16="http://schemas.microsoft.com/office/drawing/2014/main" id="{BA307961-1495-8B89-6A3A-5AD9AB9D9F8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F0D22C7-6460-F355-55A2-BA14CF332627}"/>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249183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B6B18F-CD60-DE8B-A610-A80D93A9984D}"/>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438FAE6-535D-B5B9-B34C-9FD612175C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3E42BA52-F641-426E-EAD2-A9FA05EA241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F5786B7-6840-5C2B-95E7-0EB455E1E2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689666E-6485-243B-1110-2A8737F0800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AF1EFB65-D2AF-07F8-9845-3282981C46A6}"/>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8" name="Fußzeilenplatzhalter 7">
            <a:extLst>
              <a:ext uri="{FF2B5EF4-FFF2-40B4-BE49-F238E27FC236}">
                <a16:creationId xmlns:a16="http://schemas.microsoft.com/office/drawing/2014/main" id="{8BDA0B36-AADD-5F60-644D-E476D2DEB889}"/>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D813153-9187-D46F-EF39-E28C7835F8DC}"/>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2200447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56A5DA-0258-A387-6956-6E4BAB64646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8787BC98-7DF9-EE95-C260-6B92BDA39AF0}"/>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4" name="Fußzeilenplatzhalter 3">
            <a:extLst>
              <a:ext uri="{FF2B5EF4-FFF2-40B4-BE49-F238E27FC236}">
                <a16:creationId xmlns:a16="http://schemas.microsoft.com/office/drawing/2014/main" id="{55A0D1C7-37E9-C5D8-4E03-82D198406B8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047F577-165E-8001-B12B-D658DB4AB11D}"/>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3825846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18B4648-7E42-68D6-1D57-C6FDCA9FB65E}"/>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3" name="Fußzeilenplatzhalter 2">
            <a:extLst>
              <a:ext uri="{FF2B5EF4-FFF2-40B4-BE49-F238E27FC236}">
                <a16:creationId xmlns:a16="http://schemas.microsoft.com/office/drawing/2014/main" id="{E977CA54-DFE2-FEA5-5000-809493D046A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1B96F03B-1B8D-EEBA-7624-BD1BA7823C02}"/>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2429806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50DB3C-DABD-2180-2575-1FECE8F21D8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CA366DF7-D995-00A7-F25C-55A8CF8117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C887C109-1E11-7CC7-1DFB-F623A5AECB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F8BA600-8290-F09B-9F34-3432CC525BE9}"/>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6" name="Fußzeilenplatzhalter 5">
            <a:extLst>
              <a:ext uri="{FF2B5EF4-FFF2-40B4-BE49-F238E27FC236}">
                <a16:creationId xmlns:a16="http://schemas.microsoft.com/office/drawing/2014/main" id="{BED32AE0-D280-7AB3-D060-948E0F91184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36B375A-D5D7-3CA8-A32D-DB825CF88F05}"/>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3435002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A71D70-2DE4-93A8-B885-9DAFD1FC7D5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DEF686E-3F64-C117-DF60-90A3B09B0C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44209F89-6560-8E3E-587F-4384F5E064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7B3CBD9-BBA5-9AD3-01B3-8DEB3F71F581}"/>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6" name="Fußzeilenplatzhalter 5">
            <a:extLst>
              <a:ext uri="{FF2B5EF4-FFF2-40B4-BE49-F238E27FC236}">
                <a16:creationId xmlns:a16="http://schemas.microsoft.com/office/drawing/2014/main" id="{7C77BEA4-3954-AF36-7A64-1C4CB3B25FD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259469D-244E-732E-FE48-B8B34AA0E0B9}"/>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359955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587D0D-6316-5D40-B175-E84C0122ADBD}"/>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65A36150-9E30-6C9A-E593-9B6043B64AB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D4FA05E-C7DC-BB74-838A-207749224A4E}"/>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540A213C-FCB3-8EAA-4677-AEB34B06F22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7DBB631-86C6-525E-EA09-2863A17CC6F3}"/>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1647844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5D79F31-8ADB-17A1-FB21-68290D934996}"/>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FE723483-0B14-B755-5BC0-9425F2BBA7A7}"/>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A9BF987-E15F-4C60-C106-F509D60B9FCC}"/>
              </a:ext>
            </a:extLst>
          </p:cNvPr>
          <p:cNvSpPr>
            <a:spLocks noGrp="1"/>
          </p:cNvSpPr>
          <p:nvPr>
            <p:ph type="dt" sz="half" idx="10"/>
          </p:nvPr>
        </p:nvSpPr>
        <p:spPr/>
        <p:txBody>
          <a:body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8024A089-616E-544D-2112-E71CACE0662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4B9C08B-ADF0-9F29-BD56-EB67340C0FAD}"/>
              </a:ext>
            </a:extLst>
          </p:cNvPr>
          <p:cNvSpPr>
            <a:spLocks noGrp="1"/>
          </p:cNvSpPr>
          <p:nvPr>
            <p:ph type="sldNum" sz="quarter" idx="12"/>
          </p:nvPr>
        </p:nvSpPr>
        <p:spPr/>
        <p:txBody>
          <a:bodyPr/>
          <a:lstStyle/>
          <a:p>
            <a:fld id="{150B1835-BFA5-4BF9-A1A4-C4629B408BB6}" type="slidenum">
              <a:rPr lang="de-DE" smtClean="0"/>
              <a:t>‹Nr.›</a:t>
            </a:fld>
            <a:endParaRPr lang="de-DE"/>
          </a:p>
        </p:txBody>
      </p:sp>
    </p:spTree>
    <p:extLst>
      <p:ext uri="{BB962C8B-B14F-4D97-AF65-F5344CB8AC3E}">
        <p14:creationId xmlns:p14="http://schemas.microsoft.com/office/powerpoint/2010/main" val="2667287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EFE525A-249C-9006-D63E-6A18D36DAD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FBE19C78-6E28-5061-D163-3C59AF3D9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39111C6-B326-E993-78A6-7708592E1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1C1590-C82F-456F-B26E-0106C96F8665}" type="datetimeFigureOut">
              <a:rPr lang="de-DE" smtClean="0"/>
              <a:t>23.11.2024</a:t>
            </a:fld>
            <a:endParaRPr lang="de-DE"/>
          </a:p>
        </p:txBody>
      </p:sp>
      <p:sp>
        <p:nvSpPr>
          <p:cNvPr id="5" name="Fußzeilenplatzhalter 4">
            <a:extLst>
              <a:ext uri="{FF2B5EF4-FFF2-40B4-BE49-F238E27FC236}">
                <a16:creationId xmlns:a16="http://schemas.microsoft.com/office/drawing/2014/main" id="{C40DF2B9-B725-A070-B369-36FCD779B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E141F28F-9ABA-CD55-9CBC-B3DAA3A50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0B1835-BFA5-4BF9-A1A4-C4629B408BB6}" type="slidenum">
              <a:rPr lang="de-DE" smtClean="0"/>
              <a:t>‹Nr.›</a:t>
            </a:fld>
            <a:endParaRPr lang="de-DE"/>
          </a:p>
        </p:txBody>
      </p:sp>
    </p:spTree>
    <p:extLst>
      <p:ext uri="{BB962C8B-B14F-4D97-AF65-F5344CB8AC3E}">
        <p14:creationId xmlns:p14="http://schemas.microsoft.com/office/powerpoint/2010/main" val="281277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F287B1-A71B-3A62-E10F-48227E493837}"/>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FD05B997-20D4-E91D-AA4B-4C0DC413172F}"/>
              </a:ext>
            </a:extLst>
          </p:cNvPr>
          <p:cNvSpPr>
            <a:spLocks noGrp="1"/>
          </p:cNvSpPr>
          <p:nvPr>
            <p:ph type="subTitle" idx="1"/>
          </p:nvPr>
        </p:nvSpPr>
        <p:spPr>
          <a:xfrm>
            <a:off x="0" y="-2824"/>
            <a:ext cx="12192000" cy="6860824"/>
          </a:xfrm>
          <a:solidFill>
            <a:schemeClr val="tx1"/>
          </a:solidFill>
        </p:spPr>
        <p:txBody>
          <a:bodyPr/>
          <a:lstStyle/>
          <a:p>
            <a:endParaRPr lang="de-DE" dirty="0"/>
          </a:p>
        </p:txBody>
      </p:sp>
      <p:pic>
        <p:nvPicPr>
          <p:cNvPr id="5" name="Grafik 4">
            <a:extLst>
              <a:ext uri="{FF2B5EF4-FFF2-40B4-BE49-F238E27FC236}">
                <a16:creationId xmlns:a16="http://schemas.microsoft.com/office/drawing/2014/main" id="{C5C3585B-05D8-FAA3-8F35-A47FAE612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0266" y="43743"/>
            <a:ext cx="3522133" cy="3522133"/>
          </a:xfrm>
          <a:prstGeom prst="rect">
            <a:avLst/>
          </a:prstGeom>
        </p:spPr>
      </p:pic>
      <p:pic>
        <p:nvPicPr>
          <p:cNvPr id="7" name="Grafik 6">
            <a:extLst>
              <a:ext uri="{FF2B5EF4-FFF2-40B4-BE49-F238E27FC236}">
                <a16:creationId xmlns:a16="http://schemas.microsoft.com/office/drawing/2014/main" id="{9AC5C1E6-3BC5-5A8B-BCA9-B6A7082A39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1" y="43743"/>
            <a:ext cx="3431824" cy="3431824"/>
          </a:xfrm>
          <a:prstGeom prst="rect">
            <a:avLst/>
          </a:prstGeom>
        </p:spPr>
      </p:pic>
      <p:pic>
        <p:nvPicPr>
          <p:cNvPr id="11" name="Grafik 10">
            <a:extLst>
              <a:ext uri="{FF2B5EF4-FFF2-40B4-BE49-F238E27FC236}">
                <a16:creationId xmlns:a16="http://schemas.microsoft.com/office/drawing/2014/main" id="{67481FBF-3AFE-A7F4-A777-E17480BA43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7101" y="4241799"/>
            <a:ext cx="2367844" cy="2367844"/>
          </a:xfrm>
          <a:prstGeom prst="rect">
            <a:avLst/>
          </a:prstGeom>
        </p:spPr>
      </p:pic>
      <p:pic>
        <p:nvPicPr>
          <p:cNvPr id="9" name="Grafik 8">
            <a:extLst>
              <a:ext uri="{FF2B5EF4-FFF2-40B4-BE49-F238E27FC236}">
                <a16:creationId xmlns:a16="http://schemas.microsoft.com/office/drawing/2014/main" id="{CD07BA59-E21C-244C-4F46-B2FC297671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60266" y="3422916"/>
            <a:ext cx="3522132" cy="3522132"/>
          </a:xfrm>
          <a:prstGeom prst="rect">
            <a:avLst/>
          </a:prstGeom>
        </p:spPr>
      </p:pic>
      <p:pic>
        <p:nvPicPr>
          <p:cNvPr id="13" name="Grafik 12">
            <a:extLst>
              <a:ext uri="{FF2B5EF4-FFF2-40B4-BE49-F238E27FC236}">
                <a16:creationId xmlns:a16="http://schemas.microsoft.com/office/drawing/2014/main" id="{16BF4669-2A3B-412A-BDA1-5B3651A707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013" y="3522134"/>
            <a:ext cx="3429000" cy="3429000"/>
          </a:xfrm>
          <a:prstGeom prst="rect">
            <a:avLst/>
          </a:prstGeom>
        </p:spPr>
      </p:pic>
    </p:spTree>
    <p:extLst>
      <p:ext uri="{BB962C8B-B14F-4D97-AF65-F5344CB8AC3E}">
        <p14:creationId xmlns:p14="http://schemas.microsoft.com/office/powerpoint/2010/main" val="1960046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69F256-9B82-F087-19AF-51E5B1DDA66A}"/>
              </a:ext>
            </a:extLst>
          </p:cNvPr>
          <p:cNvSpPr>
            <a:spLocks noGrp="1"/>
          </p:cNvSpPr>
          <p:nvPr>
            <p:ph type="title"/>
          </p:nvPr>
        </p:nvSpPr>
        <p:spPr/>
        <p:txBody>
          <a:bodyPr/>
          <a:lstStyle/>
          <a:p>
            <a:endParaRPr lang="de-DE"/>
          </a:p>
        </p:txBody>
      </p:sp>
      <p:pic>
        <p:nvPicPr>
          <p:cNvPr id="5" name="Inhaltsplatzhalter 4">
            <a:extLst>
              <a:ext uri="{FF2B5EF4-FFF2-40B4-BE49-F238E27FC236}">
                <a16:creationId xmlns:a16="http://schemas.microsoft.com/office/drawing/2014/main" id="{676DF2A7-7AAC-1386-9DC4-49A5F13F6D8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3741" y="-394855"/>
            <a:ext cx="12479482" cy="7868295"/>
          </a:xfrm>
        </p:spPr>
      </p:pic>
    </p:spTree>
    <p:extLst>
      <p:ext uri="{BB962C8B-B14F-4D97-AF65-F5344CB8AC3E}">
        <p14:creationId xmlns:p14="http://schemas.microsoft.com/office/powerpoint/2010/main" val="3873738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11B0AF-1D58-79FE-250E-BE8585045BCA}"/>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F6238811-0895-0C34-173F-14771DA7E78B}"/>
              </a:ext>
            </a:extLst>
          </p:cNvPr>
          <p:cNvSpPr>
            <a:spLocks noGrp="1"/>
          </p:cNvSpPr>
          <p:nvPr>
            <p:ph type="subTitle" idx="1"/>
          </p:nvPr>
        </p:nvSpPr>
        <p:spPr/>
        <p:txBody>
          <a:bodyPr/>
          <a:lstStyle/>
          <a:p>
            <a:endParaRPr lang="de-DE"/>
          </a:p>
        </p:txBody>
      </p:sp>
      <p:pic>
        <p:nvPicPr>
          <p:cNvPr id="5" name="Grafik 4">
            <a:extLst>
              <a:ext uri="{FF2B5EF4-FFF2-40B4-BE49-F238E27FC236}">
                <a16:creationId xmlns:a16="http://schemas.microsoft.com/office/drawing/2014/main" id="{17CC3A2D-D38E-D1A7-B111-97F3D8910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555" y="-61206"/>
            <a:ext cx="12821354" cy="7326488"/>
          </a:xfrm>
          <a:prstGeom prst="rect">
            <a:avLst/>
          </a:prstGeom>
        </p:spPr>
      </p:pic>
    </p:spTree>
    <p:extLst>
      <p:ext uri="{BB962C8B-B14F-4D97-AF65-F5344CB8AC3E}">
        <p14:creationId xmlns:p14="http://schemas.microsoft.com/office/powerpoint/2010/main" val="4093131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43DF5A-26E8-7BDE-1457-E1BA6008B3FA}"/>
              </a:ext>
            </a:extLst>
          </p:cNvPr>
          <p:cNvSpPr>
            <a:spLocks noGrp="1"/>
          </p:cNvSpPr>
          <p:nvPr>
            <p:ph type="title"/>
          </p:nvPr>
        </p:nvSpPr>
        <p:spPr/>
        <p:txBody>
          <a:bodyPr/>
          <a:lstStyle/>
          <a:p>
            <a:endParaRPr lang="de-DE"/>
          </a:p>
        </p:txBody>
      </p:sp>
      <p:pic>
        <p:nvPicPr>
          <p:cNvPr id="5" name="Inhaltsplatzhalter 4">
            <a:extLst>
              <a:ext uri="{FF2B5EF4-FFF2-40B4-BE49-F238E27FC236}">
                <a16:creationId xmlns:a16="http://schemas.microsoft.com/office/drawing/2014/main" id="{16832555-C238-32A8-1274-F0587520BB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0745" y="-1964266"/>
            <a:ext cx="13193490" cy="9137383"/>
          </a:xfrm>
        </p:spPr>
      </p:pic>
    </p:spTree>
    <p:extLst>
      <p:ext uri="{BB962C8B-B14F-4D97-AF65-F5344CB8AC3E}">
        <p14:creationId xmlns:p14="http://schemas.microsoft.com/office/powerpoint/2010/main" val="1229970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C517BA-9990-D7B1-9954-BAEE17B5DD04}"/>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3CF1F5A2-CB6E-BFF5-B708-96AC59865F2D}"/>
              </a:ext>
            </a:extLst>
          </p:cNvPr>
          <p:cNvSpPr>
            <a:spLocks noGrp="1"/>
          </p:cNvSpPr>
          <p:nvPr>
            <p:ph type="subTitle" idx="1"/>
          </p:nvPr>
        </p:nvSpPr>
        <p:spPr/>
        <p:txBody>
          <a:bodyPr/>
          <a:lstStyle/>
          <a:p>
            <a:endParaRPr lang="de-DE"/>
          </a:p>
        </p:txBody>
      </p:sp>
      <p:pic>
        <p:nvPicPr>
          <p:cNvPr id="5" name="Grafik 4">
            <a:extLst>
              <a:ext uri="{FF2B5EF4-FFF2-40B4-BE49-F238E27FC236}">
                <a16:creationId xmlns:a16="http://schemas.microsoft.com/office/drawing/2014/main" id="{FF24CDC6-59B3-03E7-A696-77F9EB340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61244"/>
            <a:ext cx="12633677" cy="7219244"/>
          </a:xfrm>
          <a:prstGeom prst="rect">
            <a:avLst/>
          </a:prstGeom>
        </p:spPr>
      </p:pic>
    </p:spTree>
    <p:extLst>
      <p:ext uri="{BB962C8B-B14F-4D97-AF65-F5344CB8AC3E}">
        <p14:creationId xmlns:p14="http://schemas.microsoft.com/office/powerpoint/2010/main" val="3283336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D0300C-7183-2CB9-EA2E-2D04D00B353C}"/>
              </a:ext>
            </a:extLst>
          </p:cNvPr>
          <p:cNvSpPr>
            <a:spLocks noGrp="1"/>
          </p:cNvSpPr>
          <p:nvPr>
            <p:ph type="title"/>
          </p:nvPr>
        </p:nvSpPr>
        <p:spPr/>
        <p:txBody>
          <a:bodyPr/>
          <a:lstStyle/>
          <a:p>
            <a:endParaRPr lang="de-DE"/>
          </a:p>
        </p:txBody>
      </p:sp>
      <p:pic>
        <p:nvPicPr>
          <p:cNvPr id="5" name="Inhaltsplatzhalter 4">
            <a:extLst>
              <a:ext uri="{FF2B5EF4-FFF2-40B4-BE49-F238E27FC236}">
                <a16:creationId xmlns:a16="http://schemas.microsoft.com/office/drawing/2014/main" id="{6F25DE8A-8E40-CEBE-FC3F-D49DA8CD529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3910" y="-884490"/>
            <a:ext cx="12562609" cy="8626979"/>
          </a:xfrm>
        </p:spPr>
      </p:pic>
    </p:spTree>
    <p:extLst>
      <p:ext uri="{BB962C8B-B14F-4D97-AF65-F5344CB8AC3E}">
        <p14:creationId xmlns:p14="http://schemas.microsoft.com/office/powerpoint/2010/main" val="332901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BE6CB1-A29A-8A9D-69E2-58AC950FE6D2}"/>
              </a:ext>
            </a:extLst>
          </p:cNvPr>
          <p:cNvSpPr>
            <a:spLocks noGrp="1"/>
          </p:cNvSpPr>
          <p:nvPr>
            <p:ph type="ctrTitle"/>
          </p:nvPr>
        </p:nvSpPr>
        <p:spPr/>
        <p:txBody>
          <a:bodyPr/>
          <a:lstStyle/>
          <a:p>
            <a:endParaRPr lang="de-DE" dirty="0"/>
          </a:p>
        </p:txBody>
      </p:sp>
      <p:sp>
        <p:nvSpPr>
          <p:cNvPr id="3" name="Untertitel 2">
            <a:extLst>
              <a:ext uri="{FF2B5EF4-FFF2-40B4-BE49-F238E27FC236}">
                <a16:creationId xmlns:a16="http://schemas.microsoft.com/office/drawing/2014/main" id="{C4373C9B-3B8A-8166-DDC8-C021AAA2D404}"/>
              </a:ext>
            </a:extLst>
          </p:cNvPr>
          <p:cNvSpPr>
            <a:spLocks noGrp="1"/>
          </p:cNvSpPr>
          <p:nvPr>
            <p:ph type="subTitle" idx="1"/>
          </p:nvPr>
        </p:nvSpPr>
        <p:spPr/>
        <p:txBody>
          <a:bodyPr/>
          <a:lstStyle/>
          <a:p>
            <a:endParaRPr lang="de-DE"/>
          </a:p>
        </p:txBody>
      </p:sp>
      <p:pic>
        <p:nvPicPr>
          <p:cNvPr id="5" name="Grafik 4">
            <a:extLst>
              <a:ext uri="{FF2B5EF4-FFF2-40B4-BE49-F238E27FC236}">
                <a16:creationId xmlns:a16="http://schemas.microsoft.com/office/drawing/2014/main" id="{411C8F20-7B1B-C4F4-C3D6-4FB29BDC93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395" y="0"/>
            <a:ext cx="13028789" cy="7445022"/>
          </a:xfrm>
          <a:prstGeom prst="rect">
            <a:avLst/>
          </a:prstGeom>
        </p:spPr>
      </p:pic>
    </p:spTree>
    <p:extLst>
      <p:ext uri="{BB962C8B-B14F-4D97-AF65-F5344CB8AC3E}">
        <p14:creationId xmlns:p14="http://schemas.microsoft.com/office/powerpoint/2010/main" val="2039619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F68BCF-E340-05CB-E955-DA9F3904F3E6}"/>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794107CD-A15D-A122-A5D9-1C01CE98FE7C}"/>
              </a:ext>
            </a:extLst>
          </p:cNvPr>
          <p:cNvSpPr>
            <a:spLocks noGrp="1"/>
          </p:cNvSpPr>
          <p:nvPr>
            <p:ph type="subTitle" idx="1"/>
          </p:nvPr>
        </p:nvSpPr>
        <p:spPr/>
        <p:txBody>
          <a:bodyPr/>
          <a:lstStyle/>
          <a:p>
            <a:endParaRPr lang="de-DE"/>
          </a:p>
        </p:txBody>
      </p:sp>
      <p:pic>
        <p:nvPicPr>
          <p:cNvPr id="5" name="Grafik 4">
            <a:extLst>
              <a:ext uri="{FF2B5EF4-FFF2-40B4-BE49-F238E27FC236}">
                <a16:creationId xmlns:a16="http://schemas.microsoft.com/office/drawing/2014/main" id="{117830F0-3992-2C2E-9AE0-354355FFD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95130"/>
            <a:ext cx="12192000" cy="9274968"/>
          </a:xfrm>
          <a:prstGeom prst="rect">
            <a:avLst/>
          </a:prstGeom>
        </p:spPr>
      </p:pic>
    </p:spTree>
    <p:extLst>
      <p:ext uri="{BB962C8B-B14F-4D97-AF65-F5344CB8AC3E}">
        <p14:creationId xmlns:p14="http://schemas.microsoft.com/office/powerpoint/2010/main" val="2857027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7B37F6-5E09-43BB-9A3C-4FF006AFCA05}"/>
              </a:ext>
            </a:extLst>
          </p:cNvPr>
          <p:cNvSpPr>
            <a:spLocks noGrp="1"/>
          </p:cNvSpPr>
          <p:nvPr>
            <p:ph type="ctrTitle"/>
          </p:nvPr>
        </p:nvSpPr>
        <p:spPr/>
        <p:txBody>
          <a:bodyPr/>
          <a:lstStyle/>
          <a:p>
            <a:endParaRPr lang="de-DE"/>
          </a:p>
        </p:txBody>
      </p:sp>
      <p:sp>
        <p:nvSpPr>
          <p:cNvPr id="3" name="Untertitel 2">
            <a:extLst>
              <a:ext uri="{FF2B5EF4-FFF2-40B4-BE49-F238E27FC236}">
                <a16:creationId xmlns:a16="http://schemas.microsoft.com/office/drawing/2014/main" id="{F062A997-1F94-5D2F-B076-85BFFBC82EE8}"/>
              </a:ext>
            </a:extLst>
          </p:cNvPr>
          <p:cNvSpPr>
            <a:spLocks noGrp="1"/>
          </p:cNvSpPr>
          <p:nvPr>
            <p:ph type="subTitle" idx="1"/>
          </p:nvPr>
        </p:nvSpPr>
        <p:spPr/>
        <p:txBody>
          <a:bodyPr/>
          <a:lstStyle/>
          <a:p>
            <a:endParaRPr lang="de-DE" dirty="0"/>
          </a:p>
        </p:txBody>
      </p:sp>
      <p:pic>
        <p:nvPicPr>
          <p:cNvPr id="7" name="Grafik 6">
            <a:extLst>
              <a:ext uri="{FF2B5EF4-FFF2-40B4-BE49-F238E27FC236}">
                <a16:creationId xmlns:a16="http://schemas.microsoft.com/office/drawing/2014/main" id="{607324BE-6819-BCE7-0BD8-E0D77DEAE0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72" y="-90311"/>
            <a:ext cx="12663312" cy="7236178"/>
          </a:xfrm>
          <a:prstGeom prst="rect">
            <a:avLst/>
          </a:prstGeom>
        </p:spPr>
      </p:pic>
    </p:spTree>
    <p:extLst>
      <p:ext uri="{BB962C8B-B14F-4D97-AF65-F5344CB8AC3E}">
        <p14:creationId xmlns:p14="http://schemas.microsoft.com/office/powerpoint/2010/main" val="1351460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0B0E071-9220-08BD-E54C-E6DF94EA3906}"/>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pic>
        <p:nvPicPr>
          <p:cNvPr id="5" name="Inhaltsplatzhalter 4">
            <a:extLst>
              <a:ext uri="{FF2B5EF4-FFF2-40B4-BE49-F238E27FC236}">
                <a16:creationId xmlns:a16="http://schemas.microsoft.com/office/drawing/2014/main" id="{E2B5492D-FD57-79FC-65ED-4E3F1FC8F99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32125" y="365125"/>
            <a:ext cx="6127750" cy="6127750"/>
          </a:xfrm>
        </p:spPr>
      </p:pic>
    </p:spTree>
    <p:extLst>
      <p:ext uri="{BB962C8B-B14F-4D97-AF65-F5344CB8AC3E}">
        <p14:creationId xmlns:p14="http://schemas.microsoft.com/office/powerpoint/2010/main" val="2628574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F7B5F41-7922-D338-CCCE-7049AB661396}"/>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EB9E875-FD1D-C4B5-E314-46B07E97368A}"/>
              </a:ext>
            </a:extLst>
          </p:cNvPr>
          <p:cNvSpPr>
            <a:spLocks noGrp="1"/>
          </p:cNvSpPr>
          <p:nvPr>
            <p:ph type="title"/>
          </p:nvPr>
        </p:nvSpPr>
        <p:spPr/>
        <p:txBody>
          <a:bodyPr/>
          <a:lstStyle/>
          <a:p>
            <a:endParaRPr lang="de-DE"/>
          </a:p>
        </p:txBody>
      </p:sp>
      <p:pic>
        <p:nvPicPr>
          <p:cNvPr id="10" name="Inhaltsplatzhalter 9">
            <a:extLst>
              <a:ext uri="{FF2B5EF4-FFF2-40B4-BE49-F238E27FC236}">
                <a16:creationId xmlns:a16="http://schemas.microsoft.com/office/drawing/2014/main" id="{B5CFD030-88BF-9D32-B6DA-A6876A0FCA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49165" y="182165"/>
            <a:ext cx="6493669" cy="6493669"/>
          </a:xfrm>
        </p:spPr>
      </p:pic>
    </p:spTree>
    <p:extLst>
      <p:ext uri="{BB962C8B-B14F-4D97-AF65-F5344CB8AC3E}">
        <p14:creationId xmlns:p14="http://schemas.microsoft.com/office/powerpoint/2010/main" val="4217554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A196E90-153A-C2CE-6AD3-18D4CD66C0FB}"/>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BF937334-8CBE-C7CD-3596-AB0B4BE4172E}"/>
              </a:ext>
            </a:extLst>
          </p:cNvPr>
          <p:cNvSpPr>
            <a:spLocks noGrp="1"/>
          </p:cNvSpPr>
          <p:nvPr>
            <p:ph type="title"/>
          </p:nvPr>
        </p:nvSpPr>
        <p:spPr/>
        <p:txBody>
          <a:bodyPr/>
          <a:lstStyle/>
          <a:p>
            <a:endParaRPr lang="de-DE"/>
          </a:p>
        </p:txBody>
      </p:sp>
      <p:pic>
        <p:nvPicPr>
          <p:cNvPr id="6" name="Inhaltsplatzhalter 5">
            <a:extLst>
              <a:ext uri="{FF2B5EF4-FFF2-40B4-BE49-F238E27FC236}">
                <a16:creationId xmlns:a16="http://schemas.microsoft.com/office/drawing/2014/main" id="{351C16AB-CF1F-9308-5B8C-1AD7705400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13605" y="146605"/>
            <a:ext cx="6564790" cy="6564790"/>
          </a:xfrm>
        </p:spPr>
      </p:pic>
    </p:spTree>
    <p:extLst>
      <p:ext uri="{BB962C8B-B14F-4D97-AF65-F5344CB8AC3E}">
        <p14:creationId xmlns:p14="http://schemas.microsoft.com/office/powerpoint/2010/main" val="302888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114DFF0C-11B2-C75B-1613-7D55204F52E7}"/>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CB12052-5632-0010-66BF-6C2FF1EEB830}"/>
              </a:ext>
            </a:extLst>
          </p:cNvPr>
          <p:cNvSpPr>
            <a:spLocks noGrp="1"/>
          </p:cNvSpPr>
          <p:nvPr>
            <p:ph type="title"/>
          </p:nvPr>
        </p:nvSpPr>
        <p:spPr/>
        <p:txBody>
          <a:bodyPr/>
          <a:lstStyle/>
          <a:p>
            <a:endParaRPr lang="de-DE"/>
          </a:p>
        </p:txBody>
      </p:sp>
      <p:pic>
        <p:nvPicPr>
          <p:cNvPr id="6" name="Inhaltsplatzhalter 5">
            <a:extLst>
              <a:ext uri="{FF2B5EF4-FFF2-40B4-BE49-F238E27FC236}">
                <a16:creationId xmlns:a16="http://schemas.microsoft.com/office/drawing/2014/main" id="{C48F0D53-F1AF-0A72-7144-AA6911CBE5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60915" y="541867"/>
            <a:ext cx="3670170" cy="5537200"/>
          </a:xfrm>
        </p:spPr>
      </p:pic>
    </p:spTree>
    <p:extLst>
      <p:ext uri="{BB962C8B-B14F-4D97-AF65-F5344CB8AC3E}">
        <p14:creationId xmlns:p14="http://schemas.microsoft.com/office/powerpoint/2010/main" val="3468723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FE18A-0A3B-3C5A-E715-17C88CCE43E8}"/>
            </a:ext>
          </a:extLst>
        </p:cNvPr>
        <p:cNvGrpSpPr/>
        <p:nvPr/>
      </p:nvGrpSpPr>
      <p:grpSpPr>
        <a:xfrm>
          <a:off x="0" y="0"/>
          <a:ext cx="0" cy="0"/>
          <a:chOff x="0" y="0"/>
          <a:chExt cx="0" cy="0"/>
        </a:xfrm>
      </p:grpSpPr>
      <p:sp>
        <p:nvSpPr>
          <p:cNvPr id="4" name="Rechteck 3">
            <a:extLst>
              <a:ext uri="{FF2B5EF4-FFF2-40B4-BE49-F238E27FC236}">
                <a16:creationId xmlns:a16="http://schemas.microsoft.com/office/drawing/2014/main" id="{99FCBC13-E63C-56A5-8896-EB735307FB0A}"/>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3741098-55A9-EA1F-544C-1BD9A1447A5A}"/>
              </a:ext>
            </a:extLst>
          </p:cNvPr>
          <p:cNvSpPr>
            <a:spLocks noGrp="1"/>
          </p:cNvSpPr>
          <p:nvPr>
            <p:ph type="title"/>
          </p:nvPr>
        </p:nvSpPr>
        <p:spPr/>
        <p:txBody>
          <a:bodyPr/>
          <a:lstStyle/>
          <a:p>
            <a:endParaRPr lang="de-DE"/>
          </a:p>
        </p:txBody>
      </p:sp>
      <p:pic>
        <p:nvPicPr>
          <p:cNvPr id="8" name="Inhaltsplatzhalter 7">
            <a:extLst>
              <a:ext uri="{FF2B5EF4-FFF2-40B4-BE49-F238E27FC236}">
                <a16:creationId xmlns:a16="http://schemas.microsoft.com/office/drawing/2014/main" id="{2D28FEFD-5043-4E54-576A-BCE2B4A197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68921" y="201921"/>
            <a:ext cx="6454158" cy="6454158"/>
          </a:xfrm>
        </p:spPr>
      </p:pic>
    </p:spTree>
    <p:extLst>
      <p:ext uri="{BB962C8B-B14F-4D97-AF65-F5344CB8AC3E}">
        <p14:creationId xmlns:p14="http://schemas.microsoft.com/office/powerpoint/2010/main" val="675330372"/>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Words>
  <Application>Microsoft Office PowerPoint</Application>
  <PresentationFormat>Breitbild</PresentationFormat>
  <Paragraphs>31</Paragraphs>
  <Slides>14</Slides>
  <Notes>12</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14</vt:i4>
      </vt:variant>
    </vt:vector>
  </HeadingPairs>
  <TitlesOfParts>
    <vt:vector size="21" baseType="lpstr">
      <vt:lpstr>Google Sans</vt:lpstr>
      <vt:lpstr>Linux Libertine</vt:lpstr>
      <vt:lpstr>Arial</vt:lpstr>
      <vt:lpstr>Calibri</vt:lpstr>
      <vt:lpstr>Calibri Light</vt:lpstr>
      <vt:lpstr>Open Sans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Dauner</dc:creator>
  <cp:lastModifiedBy>Julian Dauner</cp:lastModifiedBy>
  <cp:revision>37</cp:revision>
  <dcterms:created xsi:type="dcterms:W3CDTF">2024-10-22T13:45:30Z</dcterms:created>
  <dcterms:modified xsi:type="dcterms:W3CDTF">2024-11-23T18:42:47Z</dcterms:modified>
</cp:coreProperties>
</file>